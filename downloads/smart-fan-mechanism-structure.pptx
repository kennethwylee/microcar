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38" r:id="rId2"/>
    <p:sldId id="334" r:id="rId3"/>
    <p:sldId id="335" r:id="rId4"/>
    <p:sldId id="336" r:id="rId5"/>
    <p:sldId id="340" r:id="rId6"/>
    <p:sldId id="337" r:id="rId7"/>
    <p:sldId id="341" r:id="rId8"/>
    <p:sldId id="339" r:id="rId9"/>
    <p:sldId id="342" r:id="rId10"/>
  </p:sldIdLst>
  <p:sldSz cx="9144000" cy="6858000" type="screen4x3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5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323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羅治民" userId="6942df94-263f-4db0-b02f-9042cca1213d" providerId="ADAL" clId="{AF710552-7DCD-4EFF-A080-7DBCD7E93B03}"/>
    <pc:docChg chg="custSel addSld delSld modSld">
      <pc:chgData name="羅治民" userId="6942df94-263f-4db0-b02f-9042cca1213d" providerId="ADAL" clId="{AF710552-7DCD-4EFF-A080-7DBCD7E93B03}" dt="2024-05-10T15:58:56.261" v="269" actId="20577"/>
      <pc:docMkLst>
        <pc:docMk/>
      </pc:docMkLst>
      <pc:sldChg chg="modSp mod">
        <pc:chgData name="羅治民" userId="6942df94-263f-4db0-b02f-9042cca1213d" providerId="ADAL" clId="{AF710552-7DCD-4EFF-A080-7DBCD7E93B03}" dt="2024-05-10T15:54:37.871" v="132" actId="20577"/>
        <pc:sldMkLst>
          <pc:docMk/>
          <pc:sldMk cId="3964213713" sldId="334"/>
        </pc:sldMkLst>
        <pc:spChg chg="mod">
          <ac:chgData name="羅治民" userId="6942df94-263f-4db0-b02f-9042cca1213d" providerId="ADAL" clId="{AF710552-7DCD-4EFF-A080-7DBCD7E93B03}" dt="2024-05-10T15:51:37.613" v="36" actId="6549"/>
          <ac:spMkLst>
            <pc:docMk/>
            <pc:sldMk cId="3964213713" sldId="334"/>
            <ac:spMk id="7" creationId="{CD294E92-FD35-4C73-9127-9F5C9CE094C4}"/>
          </ac:spMkLst>
        </pc:spChg>
        <pc:spChg chg="mod">
          <ac:chgData name="羅治民" userId="6942df94-263f-4db0-b02f-9042cca1213d" providerId="ADAL" clId="{AF710552-7DCD-4EFF-A080-7DBCD7E93B03}" dt="2024-05-10T15:53:39.244" v="74" actId="6549"/>
          <ac:spMkLst>
            <pc:docMk/>
            <pc:sldMk cId="3964213713" sldId="334"/>
            <ac:spMk id="8" creationId="{A182CD5C-CC77-420C-91CB-63E8C77B1A92}"/>
          </ac:spMkLst>
        </pc:spChg>
        <pc:spChg chg="mod">
          <ac:chgData name="羅治民" userId="6942df94-263f-4db0-b02f-9042cca1213d" providerId="ADAL" clId="{AF710552-7DCD-4EFF-A080-7DBCD7E93B03}" dt="2024-05-10T15:54:37.871" v="132" actId="20577"/>
          <ac:spMkLst>
            <pc:docMk/>
            <pc:sldMk cId="3964213713" sldId="334"/>
            <ac:spMk id="9" creationId="{691C6EAF-A356-4FDD-B6F2-4774B6197F0A}"/>
          </ac:spMkLst>
        </pc:spChg>
      </pc:sldChg>
      <pc:sldChg chg="delSp modSp mod">
        <pc:chgData name="羅治民" userId="6942df94-263f-4db0-b02f-9042cca1213d" providerId="ADAL" clId="{AF710552-7DCD-4EFF-A080-7DBCD7E93B03}" dt="2024-05-10T15:55:45.799" v="160" actId="6549"/>
        <pc:sldMkLst>
          <pc:docMk/>
          <pc:sldMk cId="1725501435" sldId="335"/>
        </pc:sldMkLst>
        <pc:spChg chg="mod">
          <ac:chgData name="羅治民" userId="6942df94-263f-4db0-b02f-9042cca1213d" providerId="ADAL" clId="{AF710552-7DCD-4EFF-A080-7DBCD7E93B03}" dt="2024-05-10T15:55:45.799" v="160" actId="6549"/>
          <ac:spMkLst>
            <pc:docMk/>
            <pc:sldMk cId="1725501435" sldId="335"/>
            <ac:spMk id="4" creationId="{99DCEEDE-63FC-492E-B77C-676E80F36358}"/>
          </ac:spMkLst>
        </pc:spChg>
        <pc:picChg chg="del">
          <ac:chgData name="羅治民" userId="6942df94-263f-4db0-b02f-9042cca1213d" providerId="ADAL" clId="{AF710552-7DCD-4EFF-A080-7DBCD7E93B03}" dt="2024-05-10T15:49:52.603" v="0" actId="478"/>
          <ac:picMkLst>
            <pc:docMk/>
            <pc:sldMk cId="1725501435" sldId="335"/>
            <ac:picMk id="15" creationId="{AF94A5FA-F78A-46F0-A626-55348447DC9D}"/>
          </ac:picMkLst>
        </pc:picChg>
      </pc:sldChg>
      <pc:sldChg chg="addSp modSp add mod">
        <pc:chgData name="羅治民" userId="6942df94-263f-4db0-b02f-9042cca1213d" providerId="ADAL" clId="{AF710552-7DCD-4EFF-A080-7DBCD7E93B03}" dt="2024-05-10T15:58:56.261" v="269" actId="20577"/>
        <pc:sldMkLst>
          <pc:docMk/>
          <pc:sldMk cId="435873220" sldId="336"/>
        </pc:sldMkLst>
        <pc:spChg chg="add mod">
          <ac:chgData name="羅治民" userId="6942df94-263f-4db0-b02f-9042cca1213d" providerId="ADAL" clId="{AF710552-7DCD-4EFF-A080-7DBCD7E93B03}" dt="2024-05-10T15:57:52.147" v="266" actId="6549"/>
          <ac:spMkLst>
            <pc:docMk/>
            <pc:sldMk cId="435873220" sldId="336"/>
            <ac:spMk id="3" creationId="{ECC5B087-CA12-493A-A085-E30C7619184B}"/>
          </ac:spMkLst>
        </pc:spChg>
        <pc:spChg chg="mod">
          <ac:chgData name="羅治民" userId="6942df94-263f-4db0-b02f-9042cca1213d" providerId="ADAL" clId="{AF710552-7DCD-4EFF-A080-7DBCD7E93B03}" dt="2024-05-10T15:58:56.261" v="269" actId="20577"/>
          <ac:spMkLst>
            <pc:docMk/>
            <pc:sldMk cId="435873220" sldId="336"/>
            <ac:spMk id="4" creationId="{99DCEEDE-63FC-492E-B77C-676E80F36358}"/>
          </ac:spMkLst>
        </pc:spChg>
      </pc:sldChg>
      <pc:sldChg chg="del">
        <pc:chgData name="羅治民" userId="6942df94-263f-4db0-b02f-9042cca1213d" providerId="ADAL" clId="{AF710552-7DCD-4EFF-A080-7DBCD7E93B03}" dt="2024-05-10T15:49:53.725" v="1" actId="47"/>
        <pc:sldMkLst>
          <pc:docMk/>
          <pc:sldMk cId="3147891606" sldId="336"/>
        </pc:sldMkLst>
      </pc:sldChg>
      <pc:sldChg chg="add">
        <pc:chgData name="羅治民" userId="6942df94-263f-4db0-b02f-9042cca1213d" providerId="ADAL" clId="{AF710552-7DCD-4EFF-A080-7DBCD7E93B03}" dt="2024-05-10T15:58:49.253" v="267" actId="2890"/>
        <pc:sldMkLst>
          <pc:docMk/>
          <pc:sldMk cId="906059758" sldId="337"/>
        </pc:sldMkLst>
      </pc:sldChg>
    </pc:docChg>
  </pc:docChgLst>
  <pc:docChgLst>
    <pc:chgData name="羅治民" userId="6942df94-263f-4db0-b02f-9042cca1213d" providerId="ADAL" clId="{2727A790-0D3B-484C-A802-B4DFD9B74CFE}"/>
    <pc:docChg chg="custSel addSld modSld">
      <pc:chgData name="羅治民" userId="6942df94-263f-4db0-b02f-9042cca1213d" providerId="ADAL" clId="{2727A790-0D3B-484C-A802-B4DFD9B74CFE}" dt="2024-04-12T08:24:34.533" v="28" actId="1076"/>
      <pc:docMkLst>
        <pc:docMk/>
      </pc:docMkLst>
      <pc:sldChg chg="addSp delSp modSp add mod">
        <pc:chgData name="羅治民" userId="6942df94-263f-4db0-b02f-9042cca1213d" providerId="ADAL" clId="{2727A790-0D3B-484C-A802-B4DFD9B74CFE}" dt="2024-04-12T08:19:17.223" v="18" actId="1076"/>
        <pc:sldMkLst>
          <pc:docMk/>
          <pc:sldMk cId="1725501435" sldId="335"/>
        </pc:sldMkLst>
        <pc:spChg chg="del">
          <ac:chgData name="羅治民" userId="6942df94-263f-4db0-b02f-9042cca1213d" providerId="ADAL" clId="{2727A790-0D3B-484C-A802-B4DFD9B74CFE}" dt="2024-04-12T04:00:11.297" v="1" actId="478"/>
          <ac:spMkLst>
            <pc:docMk/>
            <pc:sldMk cId="1725501435" sldId="335"/>
            <ac:spMk id="7" creationId="{CD294E92-FD35-4C73-9127-9F5C9CE094C4}"/>
          </ac:spMkLst>
        </pc:spChg>
        <pc:spChg chg="del">
          <ac:chgData name="羅治民" userId="6942df94-263f-4db0-b02f-9042cca1213d" providerId="ADAL" clId="{2727A790-0D3B-484C-A802-B4DFD9B74CFE}" dt="2024-04-12T04:00:12.946" v="2" actId="478"/>
          <ac:spMkLst>
            <pc:docMk/>
            <pc:sldMk cId="1725501435" sldId="335"/>
            <ac:spMk id="8" creationId="{A182CD5C-CC77-420C-91CB-63E8C77B1A92}"/>
          </ac:spMkLst>
        </pc:spChg>
        <pc:spChg chg="del">
          <ac:chgData name="羅治民" userId="6942df94-263f-4db0-b02f-9042cca1213d" providerId="ADAL" clId="{2727A790-0D3B-484C-A802-B4DFD9B74CFE}" dt="2024-04-12T04:00:14.532" v="3" actId="478"/>
          <ac:spMkLst>
            <pc:docMk/>
            <pc:sldMk cId="1725501435" sldId="335"/>
            <ac:spMk id="9" creationId="{691C6EAF-A356-4FDD-B6F2-4774B6197F0A}"/>
          </ac:spMkLst>
        </pc:spChg>
        <pc:picChg chg="add del mod">
          <ac:chgData name="羅治民" userId="6942df94-263f-4db0-b02f-9042cca1213d" providerId="ADAL" clId="{2727A790-0D3B-484C-A802-B4DFD9B74CFE}" dt="2024-04-12T05:44:13.373" v="6" actId="478"/>
          <ac:picMkLst>
            <pc:docMk/>
            <pc:sldMk cId="1725501435" sldId="335"/>
            <ac:picMk id="3" creationId="{B1B3D491-998A-45B3-812C-49834C131E1C}"/>
          </ac:picMkLst>
        </pc:picChg>
        <pc:picChg chg="add del mod">
          <ac:chgData name="羅治民" userId="6942df94-263f-4db0-b02f-9042cca1213d" providerId="ADAL" clId="{2727A790-0D3B-484C-A802-B4DFD9B74CFE}" dt="2024-04-12T05:44:35.343" v="9" actId="478"/>
          <ac:picMkLst>
            <pc:docMk/>
            <pc:sldMk cId="1725501435" sldId="335"/>
            <ac:picMk id="6" creationId="{A931244C-3C5C-45A8-966F-2C55559B91F6}"/>
          </ac:picMkLst>
        </pc:picChg>
        <pc:picChg chg="add del mod">
          <ac:chgData name="羅治民" userId="6942df94-263f-4db0-b02f-9042cca1213d" providerId="ADAL" clId="{2727A790-0D3B-484C-A802-B4DFD9B74CFE}" dt="2024-04-12T05:48:42.527" v="12" actId="478"/>
          <ac:picMkLst>
            <pc:docMk/>
            <pc:sldMk cId="1725501435" sldId="335"/>
            <ac:picMk id="11" creationId="{1E0DEB6E-BA3F-4EE9-A9FD-2B7C570A0BB1}"/>
          </ac:picMkLst>
        </pc:picChg>
        <pc:picChg chg="add del mod">
          <ac:chgData name="羅治民" userId="6942df94-263f-4db0-b02f-9042cca1213d" providerId="ADAL" clId="{2727A790-0D3B-484C-A802-B4DFD9B74CFE}" dt="2024-04-12T08:19:08.870" v="15" actId="478"/>
          <ac:picMkLst>
            <pc:docMk/>
            <pc:sldMk cId="1725501435" sldId="335"/>
            <ac:picMk id="13" creationId="{34D2B053-A12C-4C27-8A8A-154624973969}"/>
          </ac:picMkLst>
        </pc:picChg>
        <pc:picChg chg="add mod">
          <ac:chgData name="羅治民" userId="6942df94-263f-4db0-b02f-9042cca1213d" providerId="ADAL" clId="{2727A790-0D3B-484C-A802-B4DFD9B74CFE}" dt="2024-04-12T08:19:17.223" v="18" actId="1076"/>
          <ac:picMkLst>
            <pc:docMk/>
            <pc:sldMk cId="1725501435" sldId="335"/>
            <ac:picMk id="15" creationId="{AF94A5FA-F78A-46F0-A626-55348447DC9D}"/>
          </ac:picMkLst>
        </pc:picChg>
      </pc:sldChg>
      <pc:sldChg chg="addSp delSp modSp add mod">
        <pc:chgData name="羅治民" userId="6942df94-263f-4db0-b02f-9042cca1213d" providerId="ADAL" clId="{2727A790-0D3B-484C-A802-B4DFD9B74CFE}" dt="2024-04-12T08:24:34.533" v="28" actId="1076"/>
        <pc:sldMkLst>
          <pc:docMk/>
          <pc:sldMk cId="3147891606" sldId="336"/>
        </pc:sldMkLst>
        <pc:picChg chg="add mod">
          <ac:chgData name="羅治民" userId="6942df94-263f-4db0-b02f-9042cca1213d" providerId="ADAL" clId="{2727A790-0D3B-484C-A802-B4DFD9B74CFE}" dt="2024-04-12T08:24:34.533" v="28" actId="1076"/>
          <ac:picMkLst>
            <pc:docMk/>
            <pc:sldMk cId="3147891606" sldId="336"/>
            <ac:picMk id="3" creationId="{CD6105DD-8B75-4BC3-B7F9-249ACFFB1B59}"/>
          </ac:picMkLst>
        </pc:picChg>
        <pc:picChg chg="del">
          <ac:chgData name="羅治民" userId="6942df94-263f-4db0-b02f-9042cca1213d" providerId="ADAL" clId="{2727A790-0D3B-484C-A802-B4DFD9B74CFE}" dt="2024-04-12T08:23:36.439" v="20" actId="478"/>
          <ac:picMkLst>
            <pc:docMk/>
            <pc:sldMk cId="3147891606" sldId="336"/>
            <ac:picMk id="15" creationId="{AF94A5FA-F78A-46F0-A626-55348447DC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6D536-2DF4-4E41-903B-6CF628FC159D}" type="datetimeFigureOut">
              <a:rPr lang="zh-TW" altLang="en-US" smtClean="0"/>
              <a:t>2024/6/12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D1B12-5F0E-45C7-A1A4-3FFB4DA7D9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860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D1B12-5F0E-45C7-A1A4-3FFB4DA7D95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3826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D1B12-5F0E-45C7-A1A4-3FFB4DA7D95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739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110" y="1604520"/>
            <a:ext cx="822933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110" y="1604520"/>
            <a:ext cx="822933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110" y="1604520"/>
            <a:ext cx="401571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3970" y="1604520"/>
            <a:ext cx="401571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110" y="273600"/>
            <a:ext cx="822933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110" y="1604520"/>
            <a:ext cx="401571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110" y="3682080"/>
            <a:ext cx="401571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73970" y="1604520"/>
            <a:ext cx="401571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110" y="1604520"/>
            <a:ext cx="401571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3970" y="1604520"/>
            <a:ext cx="401571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3970" y="3682080"/>
            <a:ext cx="401571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110" y="1604520"/>
            <a:ext cx="401571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3970" y="1604520"/>
            <a:ext cx="401571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110" y="3682080"/>
            <a:ext cx="822933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110" y="1604520"/>
            <a:ext cx="822933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110" y="3682080"/>
            <a:ext cx="822933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110" y="1604520"/>
            <a:ext cx="401571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3970" y="1604520"/>
            <a:ext cx="401571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673970" y="3682080"/>
            <a:ext cx="401571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57110" y="3682080"/>
            <a:ext cx="401571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110" y="273600"/>
            <a:ext cx="822933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110" y="1604520"/>
            <a:ext cx="26497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730" y="1604520"/>
            <a:ext cx="26497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350" y="1604520"/>
            <a:ext cx="26497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22350" y="3682080"/>
            <a:ext cx="26497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730" y="3682080"/>
            <a:ext cx="26497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457110" y="3682080"/>
            <a:ext cx="26497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6606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請按這裡編輯題名文字格式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457110" y="1604520"/>
            <a:ext cx="822933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請按這裡編輯大綱文字格式。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第七個大綱層次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1C918F-C4B5-4C23-8CC2-BA750E41DC7E}"/>
              </a:ext>
            </a:extLst>
          </p:cNvPr>
          <p:cNvPicPr/>
          <p:nvPr userDrawn="1"/>
        </p:nvPicPr>
        <p:blipFill>
          <a:blip r:embed="rId14"/>
          <a:stretch/>
        </p:blipFill>
        <p:spPr>
          <a:xfrm>
            <a:off x="7847280" y="0"/>
            <a:ext cx="1296720" cy="129672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A94D0AD-8C14-42FE-86A9-371E2825AF09}"/>
              </a:ext>
            </a:extLst>
          </p:cNvPr>
          <p:cNvSpPr txBox="1">
            <a:spLocks/>
          </p:cNvSpPr>
          <p:nvPr/>
        </p:nvSpPr>
        <p:spPr>
          <a:xfrm>
            <a:off x="799069" y="1121240"/>
            <a:ext cx="7297711" cy="74295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600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智慧型可擺動電風扇製作與控制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B461306-2B74-411E-8B0E-851929D20CAB}"/>
              </a:ext>
            </a:extLst>
          </p:cNvPr>
          <p:cNvSpPr txBox="1"/>
          <p:nvPr/>
        </p:nvSpPr>
        <p:spPr>
          <a:xfrm>
            <a:off x="799070" y="601012"/>
            <a:ext cx="32528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ea typeface="Adobe 仿宋 Std R" panose="02020400000000000000" pitchFamily="18" charset="-128"/>
              </a:rPr>
              <a:t>2024.6.12 </a:t>
            </a:r>
            <a:r>
              <a:rPr lang="zh-TW" altLang="en-US" sz="1350" dirty="0">
                <a:ea typeface="Adobe 仿宋 Std R" panose="02020400000000000000" pitchFamily="18" charset="-128"/>
              </a:rPr>
              <a:t>高雄市中正科技中心教師研習</a:t>
            </a:r>
          </a:p>
        </p:txBody>
      </p:sp>
      <p:sp>
        <p:nvSpPr>
          <p:cNvPr id="7" name="文字方塊 20">
            <a:extLst>
              <a:ext uri="{FF2B5EF4-FFF2-40B4-BE49-F238E27FC236}">
                <a16:creationId xmlns:a16="http://schemas.microsoft.com/office/drawing/2014/main" id="{CE8E7A8F-6295-4107-9420-CE5FE1BD3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6147" y="5724651"/>
            <a:ext cx="264687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1200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講師：</a:t>
            </a:r>
            <a:endParaRPr lang="en-US" altLang="zh-TW" sz="1200" dirty="0"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eaLnBrk="1" hangingPunct="1"/>
            <a:r>
              <a:rPr lang="zh-TW" altLang="en-US" sz="1200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羅治民 博士</a:t>
            </a:r>
            <a:endParaRPr lang="en-US" altLang="zh-TW" sz="1200" dirty="0"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eaLnBrk="1" hangingPunct="1"/>
            <a:r>
              <a:rPr lang="zh-TW" altLang="en-US" sz="1200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國立台北商業大學數位多媒體設計系</a:t>
            </a:r>
            <a:endParaRPr lang="en-US" altLang="zh-TW" sz="1200" dirty="0"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eaLnBrk="1" hangingPunct="1"/>
            <a:r>
              <a:rPr lang="zh-TW" altLang="en-US" sz="1200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電子郵件：</a:t>
            </a:r>
            <a:r>
              <a:rPr lang="en-US" altLang="zh-TW" sz="1200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cmlotw@ntub.edu.tw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A683A86-484F-4C79-B79E-32EDD4D2BB1C}"/>
              </a:ext>
            </a:extLst>
          </p:cNvPr>
          <p:cNvSpPr txBox="1"/>
          <p:nvPr/>
        </p:nvSpPr>
        <p:spPr>
          <a:xfrm>
            <a:off x="799069" y="1960854"/>
            <a:ext cx="50898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教具製作學習主題：</a:t>
            </a:r>
            <a:endParaRPr lang="en-US" altLang="zh-TW" dirty="0"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2"/>
              </a:buBlip>
            </a:pPr>
            <a:r>
              <a:rPr lang="zh-TW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能源與動力、結構與傳動機構。</a:t>
            </a:r>
            <a:endParaRPr lang="en-US" altLang="zh-TW" dirty="0">
              <a:solidFill>
                <a:schemeClr val="tx1">
                  <a:lumMod val="65000"/>
                  <a:lumOff val="35000"/>
                </a:schemeClr>
              </a:solidFill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2"/>
              </a:buBlip>
            </a:pPr>
            <a:r>
              <a:rPr lang="zh-TW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齒輪傳動機構，包括動力方向及速率的改變。</a:t>
            </a:r>
            <a:endParaRPr lang="en-US" altLang="zh-TW" dirty="0">
              <a:solidFill>
                <a:schemeClr val="tx1">
                  <a:lumMod val="65000"/>
                  <a:lumOff val="35000"/>
                </a:schemeClr>
              </a:solidFill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2"/>
              </a:buBlip>
            </a:pPr>
            <a:r>
              <a:rPr lang="zh-TW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連桿傳動機構，運動型態的改變。</a:t>
            </a:r>
            <a:endParaRPr lang="en-US" altLang="zh-TW" dirty="0">
              <a:solidFill>
                <a:schemeClr val="tx1">
                  <a:lumMod val="65000"/>
                  <a:lumOff val="35000"/>
                </a:schemeClr>
              </a:solidFill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2"/>
              </a:buBlip>
            </a:pPr>
            <a:r>
              <a:rPr lang="zh-TW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基本電路的通路與斷路。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1C82015-BF3C-4A50-B12E-34118500AD0A}"/>
              </a:ext>
            </a:extLst>
          </p:cNvPr>
          <p:cNvSpPr txBox="1"/>
          <p:nvPr/>
        </p:nvSpPr>
        <p:spPr>
          <a:xfrm>
            <a:off x="799069" y="3471541"/>
            <a:ext cx="439415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程式設計學習主題：</a:t>
            </a:r>
            <a:endParaRPr lang="en-US" altLang="zh-TW" dirty="0"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程式語言，認識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Python </a:t>
            </a:r>
            <a:r>
              <a:rPr lang="zh-TW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與 積木程式。</a:t>
            </a:r>
            <a:endParaRPr lang="en-US" altLang="zh-TW" dirty="0">
              <a:solidFill>
                <a:schemeClr val="tx1">
                  <a:lumMod val="65000"/>
                  <a:lumOff val="35000"/>
                </a:schemeClr>
              </a:solidFill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認識微控制器與智慧型裝置的控制。</a:t>
            </a:r>
            <a:endParaRPr lang="en-US" altLang="zh-TW" dirty="0">
              <a:solidFill>
                <a:schemeClr val="tx1">
                  <a:lumMod val="65000"/>
                  <a:lumOff val="35000"/>
                </a:schemeClr>
              </a:solidFill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認識電子基本訊號與程式控制。</a:t>
            </a:r>
            <a:endParaRPr lang="en-US" altLang="zh-TW" dirty="0">
              <a:solidFill>
                <a:schemeClr val="tx1">
                  <a:lumMod val="65000"/>
                  <a:lumOff val="35000"/>
                </a:schemeClr>
              </a:solidFill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認識數位開關與數位模擬類比的應用。</a:t>
            </a:r>
            <a:endParaRPr lang="en-US" altLang="zh-TW" dirty="0">
              <a:solidFill>
                <a:schemeClr val="tx1">
                  <a:lumMod val="65000"/>
                  <a:lumOff val="35000"/>
                </a:schemeClr>
              </a:solidFill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認識電機轉動方向與速度控制。</a:t>
            </a:r>
            <a:endParaRPr lang="en-US" altLang="zh-TW" dirty="0">
              <a:solidFill>
                <a:schemeClr val="tx1">
                  <a:lumMod val="65000"/>
                  <a:lumOff val="35000"/>
                </a:schemeClr>
              </a:solidFill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認識傳感器的整合應用與智慧控制。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3A905B2-88E8-44D2-A9CE-4EEEB2F56A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475" y="1633288"/>
            <a:ext cx="3186150" cy="450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9DCEEDE-63FC-492E-B77C-676E80F36358}"/>
              </a:ext>
            </a:extLst>
          </p:cNvPr>
          <p:cNvSpPr txBox="1"/>
          <p:nvPr/>
        </p:nvSpPr>
        <p:spPr>
          <a:xfrm>
            <a:off x="592477" y="471340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智慧型可擺動調速電風扇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D294E92-FD35-4C73-9127-9F5C9CE094C4}"/>
              </a:ext>
            </a:extLst>
          </p:cNvPr>
          <p:cNvSpPr txBox="1"/>
          <p:nvPr/>
        </p:nvSpPr>
        <p:spPr>
          <a:xfrm>
            <a:off x="592477" y="1117671"/>
            <a:ext cx="6753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課程目標：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2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學習基礎電子電路及簡單調速控制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Python 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程式。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2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認識結構與接合固件的應用。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2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認識齒輪傳動機構及連桿傳動機構設計。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182CD5C-CC77-420C-91CB-63E8C77B1A92}"/>
              </a:ext>
            </a:extLst>
          </p:cNvPr>
          <p:cNvSpPr txBox="1"/>
          <p:nvPr/>
        </p:nvSpPr>
        <p:spPr>
          <a:xfrm>
            <a:off x="592472" y="2462508"/>
            <a:ext cx="67538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課程材料：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樹莓派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Pico 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電路板、麵包板、跳線、鋰電池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雙出軸直流電機。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風扇葉槳、蝸桿齒輪、減速塑膠齒輪。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小鐵軸、小軸承、螺絲及螺母。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底座與支架結構，使用雷射切割壓克力板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(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或膠合板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)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91C6EAF-A356-4FDD-B6F2-4774B6197F0A}"/>
              </a:ext>
            </a:extLst>
          </p:cNvPr>
          <p:cNvSpPr txBox="1"/>
          <p:nvPr/>
        </p:nvSpPr>
        <p:spPr>
          <a:xfrm>
            <a:off x="592471" y="4361342"/>
            <a:ext cx="79324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課程工具：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4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筆記型電腦或桌上型電腦。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4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軟體：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Thonny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IDE 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或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mangoblock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積木程式編輯器。。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4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螺絲起子、小手鉗。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4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雷射切割機及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3D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列印機。</a:t>
            </a:r>
          </a:p>
        </p:txBody>
      </p:sp>
    </p:spTree>
    <p:extLst>
      <p:ext uri="{BB962C8B-B14F-4D97-AF65-F5344CB8AC3E}">
        <p14:creationId xmlns:p14="http://schemas.microsoft.com/office/powerpoint/2010/main" val="3964213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9DCEEDE-63FC-492E-B77C-676E80F36358}"/>
              </a:ext>
            </a:extLst>
          </p:cNvPr>
          <p:cNvSpPr txBox="1"/>
          <p:nvPr/>
        </p:nvSpPr>
        <p:spPr>
          <a:xfrm>
            <a:off x="1354477" y="153814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教具製作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A2B2D06-0F4A-4FBD-B589-25E6E633A95A}"/>
              </a:ext>
            </a:extLst>
          </p:cNvPr>
          <p:cNvSpPr txBox="1"/>
          <p:nvPr/>
        </p:nvSpPr>
        <p:spPr>
          <a:xfrm>
            <a:off x="1354477" y="2505670"/>
            <a:ext cx="37048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Blip>
                <a:blip r:embed="rId2"/>
              </a:buBlip>
            </a:pPr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認識風扇的擺頭運動原理</a:t>
            </a:r>
            <a:endParaRPr lang="en-US" altLang="zh-TW" dirty="0"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2"/>
              </a:buBlip>
            </a:pPr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認識組裝程序與設計思考</a:t>
            </a:r>
            <a:endParaRPr lang="en-US" altLang="zh-TW" dirty="0"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2"/>
              </a:buBlip>
            </a:pPr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認識結構設計及扣件應用</a:t>
            </a:r>
            <a:endParaRPr lang="en-US" altLang="zh-TW" dirty="0"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2"/>
              </a:buBlip>
            </a:pPr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認識基本電路的斷路與通路設計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82AD964-D564-42FB-BC1D-76960BF9D1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495" y="1181100"/>
            <a:ext cx="4029984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501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9DCEEDE-63FC-492E-B77C-676E80F36358}"/>
              </a:ext>
            </a:extLst>
          </p:cNvPr>
          <p:cNvSpPr txBox="1"/>
          <p:nvPr/>
        </p:nvSpPr>
        <p:spPr>
          <a:xfrm>
            <a:off x="592477" y="471340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認識風扇擺頭運動機構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CC5B087-CA12-493A-A085-E30C7619184B}"/>
              </a:ext>
            </a:extLst>
          </p:cNvPr>
          <p:cNvSpPr txBox="1"/>
          <p:nvPr/>
        </p:nvSpPr>
        <p:spPr>
          <a:xfrm>
            <a:off x="592477" y="1117671"/>
            <a:ext cx="76561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機構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(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mechanisms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)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：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由兩個以上的機件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(machine parts)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組成。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機構的運動有特定的路徑，並會產生特定的動作。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當其中一個機件運動時，其他的機件也會跟著運動而達到所預期的功能。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常見的機構有：連桿機構、齒輪機構、凸輪機構。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42305FD-F8DC-463A-9C17-A314C840A8EA}"/>
              </a:ext>
            </a:extLst>
          </p:cNvPr>
          <p:cNvSpPr txBox="1"/>
          <p:nvPr/>
        </p:nvSpPr>
        <p:spPr>
          <a:xfrm>
            <a:off x="592477" y="2788920"/>
            <a:ext cx="7656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風扇擺頭運動應用的機構：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齒輪機構，目的在將電機的轉動方向改變，並將轉速減慢，帶動連桿。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連桿機構，用以將族轉運動改變成為搖擺運動。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A3148C5-4E31-450C-A978-A06BFB497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47" y="3712250"/>
            <a:ext cx="3964716" cy="299304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17CB3B5-F1E7-4C8F-B2B2-843B8D844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439" y="4200433"/>
            <a:ext cx="3735368" cy="201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73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9DCEEDE-63FC-492E-B77C-676E80F36358}"/>
              </a:ext>
            </a:extLst>
          </p:cNvPr>
          <p:cNvSpPr txBox="1"/>
          <p:nvPr/>
        </p:nvSpPr>
        <p:spPr>
          <a:xfrm>
            <a:off x="592477" y="471340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認識連桿機構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CC5B087-CA12-493A-A085-E30C7619184B}"/>
              </a:ext>
            </a:extLst>
          </p:cNvPr>
          <p:cNvSpPr txBox="1"/>
          <p:nvPr/>
        </p:nvSpPr>
        <p:spPr>
          <a:xfrm>
            <a:off x="592477" y="1117671"/>
            <a:ext cx="76561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Blip>
                <a:blip r:embed="rId2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連桿機構，是傳動機構中的一種以連桿為動力傳送的運動機構，目的在約束機械的運動範圍，產生特定的運動模式。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2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四連桿機構是應用相當廣泛的連桿機構，電風扇的擺頭運動就是應用四連桿機構，將旋轉型動力轉換為搖擺型的運動。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2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四連桿機構，是由四個連桿所組成的運動機構，其組件如下：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742950" lvl="1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曲柄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(crank)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，是動力輸入的連桿，在機構中是主動桿，其運動方式以遶著固定軸進行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360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度的旋轉運動，圖中的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AB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桿。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742950" lvl="1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搖桿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(rocker)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，在機構中僅能以固定軸為中心進行搖擺運動，動力來自於主動桿，是一種從動桿，圖中的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CD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桿。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742950" lvl="1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浮桿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(floating link)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，連接主動桿與從動桿，以傳送動力的連接桿，又稱為連接桿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(connecting)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，圖中的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BC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桿。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742950" lvl="1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固定桿，又稱為聯中線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(line of center)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，圖中的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AD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桿。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5BF1C9C-F684-42E2-9389-E1537E529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729" y="4771383"/>
            <a:ext cx="3589446" cy="1937892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93D94935-FC3C-4561-923E-4C4612CA79A3}"/>
              </a:ext>
            </a:extLst>
          </p:cNvPr>
          <p:cNvSpPr txBox="1"/>
          <p:nvPr/>
        </p:nvSpPr>
        <p:spPr>
          <a:xfrm>
            <a:off x="6819900" y="619616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C45CDC9-57CD-4A65-966E-1A40AE3BF06E}"/>
              </a:ext>
            </a:extLst>
          </p:cNvPr>
          <p:cNvSpPr txBox="1"/>
          <p:nvPr/>
        </p:nvSpPr>
        <p:spPr>
          <a:xfrm>
            <a:off x="6552260" y="518032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E49E862-67F1-4C09-92A7-7C69A60D9D0B}"/>
              </a:ext>
            </a:extLst>
          </p:cNvPr>
          <p:cNvSpPr txBox="1"/>
          <p:nvPr/>
        </p:nvSpPr>
        <p:spPr>
          <a:xfrm>
            <a:off x="4715922" y="446802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DC18C1D-B3C8-455A-B861-691B4D2E2D90}"/>
              </a:ext>
            </a:extLst>
          </p:cNvPr>
          <p:cNvSpPr txBox="1"/>
          <p:nvPr/>
        </p:nvSpPr>
        <p:spPr>
          <a:xfrm>
            <a:off x="4276832" y="625238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5270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9DCEEDE-63FC-492E-B77C-676E80F36358}"/>
              </a:ext>
            </a:extLst>
          </p:cNvPr>
          <p:cNvSpPr txBox="1"/>
          <p:nvPr/>
        </p:nvSpPr>
        <p:spPr>
          <a:xfrm>
            <a:off x="592477" y="471340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認識齒輪傳動機構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CC5B087-CA12-493A-A085-E30C7619184B}"/>
              </a:ext>
            </a:extLst>
          </p:cNvPr>
          <p:cNvSpPr txBox="1"/>
          <p:nvPr/>
        </p:nvSpPr>
        <p:spPr>
          <a:xfrm>
            <a:off x="592477" y="1117671"/>
            <a:ext cx="67538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蝸桿齒輪：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2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轉向傳動。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2"/>
              </a:buBlip>
            </a:pP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減速傳動。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BD0E455-984A-40B1-B630-7EC94A05D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47" y="3712250"/>
            <a:ext cx="3964716" cy="299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59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9DCEEDE-63FC-492E-B77C-676E80F36358}"/>
              </a:ext>
            </a:extLst>
          </p:cNvPr>
          <p:cNvSpPr txBox="1"/>
          <p:nvPr/>
        </p:nvSpPr>
        <p:spPr>
          <a:xfrm>
            <a:off x="592477" y="471340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風扇擺頭運動原理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CC5B087-CA12-493A-A085-E30C7619184B}"/>
              </a:ext>
            </a:extLst>
          </p:cNvPr>
          <p:cNvSpPr txBox="1"/>
          <p:nvPr/>
        </p:nvSpPr>
        <p:spPr>
          <a:xfrm>
            <a:off x="592477" y="1117671"/>
            <a:ext cx="76561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由電機帶動蝸桿，再由蝸桿驅動蝸輪齒輪，並由大小齒輪的嚙合傳動，達到運動方向的改變及減速。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再由最後一個齒輪遶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A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軸轉動來驅動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B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軸點的旋轉運動。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接著由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B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軸點和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軸點連接的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BC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連桿，推動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CD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點的搖桿擺動。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本機構的設計為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點遶著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D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點進行擺動運動，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點與風扇機體形成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CD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的搖桿連桿，因此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B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點的推力將造成風扇機體以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D</a:t>
            </a: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點為中心軸進行擺動運動。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85750" indent="-285750" algn="just">
              <a:buBlip>
                <a:blip r:embed="rId3"/>
              </a:buBlip>
            </a:pPr>
            <a:r>
              <a:rPr lang="zh-TW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本機構的連桿功能如下：</a:t>
            </a:r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CA859F8-018B-45FE-8A75-92E481EF26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180" y="2899886"/>
            <a:ext cx="2938517" cy="354853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B29CB49E-D5A4-438B-B06E-7BEB5D5883B5}"/>
              </a:ext>
            </a:extLst>
          </p:cNvPr>
          <p:cNvSpPr txBox="1"/>
          <p:nvPr/>
        </p:nvSpPr>
        <p:spPr>
          <a:xfrm>
            <a:off x="5419725" y="546735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F199493-4240-45F2-80A1-ECB09A2C52A9}"/>
              </a:ext>
            </a:extLst>
          </p:cNvPr>
          <p:cNvSpPr txBox="1"/>
          <p:nvPr/>
        </p:nvSpPr>
        <p:spPr>
          <a:xfrm>
            <a:off x="5589002" y="5957887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8DB841A-6C50-4ACE-B5DF-DD94E717DC96}"/>
              </a:ext>
            </a:extLst>
          </p:cNvPr>
          <p:cNvSpPr txBox="1"/>
          <p:nvPr/>
        </p:nvSpPr>
        <p:spPr>
          <a:xfrm>
            <a:off x="8006864" y="509801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BAB49A9-C026-4104-BA67-432E498AF02D}"/>
              </a:ext>
            </a:extLst>
          </p:cNvPr>
          <p:cNvSpPr txBox="1"/>
          <p:nvPr/>
        </p:nvSpPr>
        <p:spPr>
          <a:xfrm>
            <a:off x="6076950" y="40005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6A863C45-8492-4DD8-8739-2E973D8D7096}"/>
              </a:ext>
            </a:extLst>
          </p:cNvPr>
          <p:cNvSpPr/>
          <p:nvPr/>
        </p:nvSpPr>
        <p:spPr>
          <a:xfrm rot="10240234">
            <a:off x="5457131" y="2375577"/>
            <a:ext cx="2880000" cy="2880000"/>
          </a:xfrm>
          <a:prstGeom prst="arc">
            <a:avLst>
              <a:gd name="adj1" fmla="val 16200000"/>
              <a:gd name="adj2" fmla="val 21599642"/>
            </a:avLst>
          </a:prstGeom>
          <a:ln w="190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455EF70-F958-4BF2-8723-FF6A4A7E3C84}"/>
              </a:ext>
            </a:extLst>
          </p:cNvPr>
          <p:cNvSpPr txBox="1"/>
          <p:nvPr/>
        </p:nvSpPr>
        <p:spPr>
          <a:xfrm>
            <a:off x="938158" y="3148996"/>
            <a:ext cx="38644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5"/>
              </a:buBlip>
            </a:pPr>
            <a:r>
              <a:rPr lang="en-US" altLang="zh-TW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A</a:t>
            </a:r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點為動力來源的旋轉軸</a:t>
            </a:r>
            <a:endParaRPr lang="en-US" altLang="zh-TW" dirty="0"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5"/>
              </a:buBlip>
            </a:pPr>
            <a:r>
              <a:rPr lang="en-US" altLang="zh-TW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AB</a:t>
            </a:r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點為曲柄連桿</a:t>
            </a:r>
            <a:endParaRPr lang="en-US" altLang="zh-TW" dirty="0"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5"/>
              </a:buBlip>
            </a:pPr>
            <a:r>
              <a:rPr lang="en-US" altLang="zh-TW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BC</a:t>
            </a:r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點為連接桿</a:t>
            </a:r>
            <a:r>
              <a:rPr lang="en-US" altLang="zh-TW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(</a:t>
            </a:r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浮桿</a:t>
            </a:r>
            <a:r>
              <a:rPr lang="en-US" altLang="zh-TW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)</a:t>
            </a:r>
          </a:p>
          <a:p>
            <a:pPr marL="285750" indent="-285750">
              <a:buBlip>
                <a:blip r:embed="rId5"/>
              </a:buBlip>
            </a:pPr>
            <a:r>
              <a:rPr lang="en-US" altLang="zh-TW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CD</a:t>
            </a:r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點構成搖桿</a:t>
            </a:r>
            <a:endParaRPr lang="en-US" altLang="zh-TW" dirty="0">
              <a:latin typeface="Adobe 仿宋 Std R" panose="02020400000000000000" pitchFamily="18" charset="-128"/>
              <a:ea typeface="Adobe 仿宋 Std R" panose="02020400000000000000" pitchFamily="18" charset="-128"/>
            </a:endParaRPr>
          </a:p>
          <a:p>
            <a:pPr marL="285750" indent="-285750">
              <a:buBlip>
                <a:blip r:embed="rId5"/>
              </a:buBlip>
            </a:pPr>
            <a:r>
              <a:rPr lang="en-US" altLang="zh-TW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AD</a:t>
            </a:r>
            <a:r>
              <a:rPr lang="zh-TW" altLang="en-US" dirty="0">
                <a:latin typeface="Adobe 仿宋 Std R" panose="02020400000000000000" pitchFamily="18" charset="-128"/>
                <a:ea typeface="Adobe 仿宋 Std R" panose="02020400000000000000" pitchFamily="18" charset="-128"/>
              </a:rPr>
              <a:t>點為聯心線</a:t>
            </a:r>
          </a:p>
        </p:txBody>
      </p:sp>
    </p:spTree>
    <p:extLst>
      <p:ext uri="{BB962C8B-B14F-4D97-AF65-F5344CB8AC3E}">
        <p14:creationId xmlns:p14="http://schemas.microsoft.com/office/powerpoint/2010/main" val="273072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9DCEEDE-63FC-492E-B77C-676E80F36358}"/>
              </a:ext>
            </a:extLst>
          </p:cNvPr>
          <p:cNvSpPr txBox="1"/>
          <p:nvPr/>
        </p:nvSpPr>
        <p:spPr>
          <a:xfrm>
            <a:off x="592477" y="47134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材料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453DC44-F901-46FF-940A-755CB211CD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77" y="1143000"/>
            <a:ext cx="2369399" cy="2286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74AF45E-A51A-450A-894A-D9C44CFE5E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096" y="1143000"/>
            <a:ext cx="2901361" cy="2286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F39BFA2-0A4F-4BBF-8322-75EF181AFE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327" y="3514725"/>
            <a:ext cx="3149329" cy="29146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0332C39-6C0E-474A-B998-078A764B23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77" y="3514725"/>
            <a:ext cx="4261772" cy="26193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983613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9DCEEDE-63FC-492E-B77C-676E80F36358}"/>
              </a:ext>
            </a:extLst>
          </p:cNvPr>
          <p:cNvSpPr txBox="1"/>
          <p:nvPr/>
        </p:nvSpPr>
        <p:spPr>
          <a:xfrm>
            <a:off x="592477" y="47134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組裝程序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5F48D4A-5A3C-4759-A818-85D6808AB4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29" y="1285875"/>
            <a:ext cx="1484597" cy="138112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64552F8-87B6-4387-B3E5-839E12FBBA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127" y="1285875"/>
            <a:ext cx="1484597" cy="1422962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D6CB93A8-DCC0-41D8-929F-D9237D746D99}"/>
              </a:ext>
            </a:extLst>
          </p:cNvPr>
          <p:cNvSpPr/>
          <p:nvPr/>
        </p:nvSpPr>
        <p:spPr>
          <a:xfrm>
            <a:off x="2438400" y="1809750"/>
            <a:ext cx="314325" cy="4953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6DAD00D-2431-4DE0-B73D-32EEF43431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125" y="1352550"/>
            <a:ext cx="1228768" cy="914400"/>
          </a:xfrm>
          <a:prstGeom prst="rect">
            <a:avLst/>
          </a:prstGeom>
        </p:spPr>
      </p:pic>
      <p:sp>
        <p:nvSpPr>
          <p:cNvPr id="10" name="箭號: 向右 9">
            <a:extLst>
              <a:ext uri="{FF2B5EF4-FFF2-40B4-BE49-F238E27FC236}">
                <a16:creationId xmlns:a16="http://schemas.microsoft.com/office/drawing/2014/main" id="{5BF8D0B2-1065-457D-A312-BAB974256DFC}"/>
              </a:ext>
            </a:extLst>
          </p:cNvPr>
          <p:cNvSpPr/>
          <p:nvPr/>
        </p:nvSpPr>
        <p:spPr>
          <a:xfrm>
            <a:off x="4612888" y="1809750"/>
            <a:ext cx="314325" cy="4953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F1BC173-EFBE-43E6-AFA5-07BE62B5A6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470" y="885825"/>
            <a:ext cx="1907812" cy="2543175"/>
          </a:xfrm>
          <a:prstGeom prst="rect">
            <a:avLst/>
          </a:prstGeom>
        </p:spPr>
      </p:pic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B2F8AF75-4E49-406B-B419-42729D4E2D18}"/>
              </a:ext>
            </a:extLst>
          </p:cNvPr>
          <p:cNvSpPr/>
          <p:nvPr/>
        </p:nvSpPr>
        <p:spPr>
          <a:xfrm>
            <a:off x="6562145" y="1809750"/>
            <a:ext cx="314325" cy="4953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9815F33B-7BA0-4B22-B37B-532FD6F51F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139" y="2708837"/>
            <a:ext cx="1410591" cy="1873883"/>
          </a:xfrm>
          <a:prstGeom prst="rect">
            <a:avLst/>
          </a:prstGeom>
        </p:spPr>
      </p:pic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9D6753F7-3958-410F-9079-CB14DFCEB79F}"/>
              </a:ext>
            </a:extLst>
          </p:cNvPr>
          <p:cNvSpPr/>
          <p:nvPr/>
        </p:nvSpPr>
        <p:spPr>
          <a:xfrm>
            <a:off x="1290264" y="3429000"/>
            <a:ext cx="314325" cy="4953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6E92714F-6092-4182-8CF9-216361D211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846" y="2469442"/>
            <a:ext cx="1780154" cy="2083509"/>
          </a:xfrm>
          <a:prstGeom prst="rect">
            <a:avLst/>
          </a:prstGeom>
        </p:spPr>
      </p:pic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2BB9CC7A-5EEE-4B37-A3BE-E636E1A9DA70}"/>
              </a:ext>
            </a:extLst>
          </p:cNvPr>
          <p:cNvSpPr/>
          <p:nvPr/>
        </p:nvSpPr>
        <p:spPr>
          <a:xfrm>
            <a:off x="3088824" y="3429000"/>
            <a:ext cx="314325" cy="4953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487A37A8-3DA7-4B00-94CE-CE07E1A0C88C}"/>
              </a:ext>
            </a:extLst>
          </p:cNvPr>
          <p:cNvSpPr/>
          <p:nvPr/>
        </p:nvSpPr>
        <p:spPr>
          <a:xfrm>
            <a:off x="5236281" y="3398128"/>
            <a:ext cx="314325" cy="4953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B01B72-01CD-49F8-948F-D5BD810EDF9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908" y="2324102"/>
            <a:ext cx="1900533" cy="2266950"/>
          </a:xfrm>
          <a:prstGeom prst="rect">
            <a:avLst/>
          </a:prstGeom>
        </p:spPr>
      </p:pic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F06BCDE9-E04B-426E-BBFA-32987181F650}"/>
              </a:ext>
            </a:extLst>
          </p:cNvPr>
          <p:cNvSpPr/>
          <p:nvPr/>
        </p:nvSpPr>
        <p:spPr>
          <a:xfrm>
            <a:off x="1226385" y="5198353"/>
            <a:ext cx="314325" cy="4953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4950AC8-AECB-4389-BB1D-AFC891B9F2F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307" y="4594788"/>
            <a:ext cx="2324917" cy="1873883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9042F1FE-071D-4900-92E0-EB96AC80D3C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583" y="4338162"/>
            <a:ext cx="2156515" cy="2467925"/>
          </a:xfrm>
          <a:prstGeom prst="rect">
            <a:avLst/>
          </a:prstGeom>
        </p:spPr>
      </p:pic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1430B32E-F999-49C1-A93C-E64CACF39CDD}"/>
              </a:ext>
            </a:extLst>
          </p:cNvPr>
          <p:cNvSpPr/>
          <p:nvPr/>
        </p:nvSpPr>
        <p:spPr>
          <a:xfrm>
            <a:off x="3736647" y="5198353"/>
            <a:ext cx="314325" cy="4953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47836530-8607-4888-906E-6BC84C820B6D}"/>
              </a:ext>
            </a:extLst>
          </p:cNvPr>
          <p:cNvSpPr/>
          <p:nvPr/>
        </p:nvSpPr>
        <p:spPr>
          <a:xfrm>
            <a:off x="6027853" y="5198353"/>
            <a:ext cx="314325" cy="4953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4FBD745D-DC8E-46E1-A8BE-9B542AE8A58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985" y="4312527"/>
            <a:ext cx="2105988" cy="237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23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Words>806</Words>
  <Application>Microsoft Office PowerPoint</Application>
  <PresentationFormat>如螢幕大小 (4:3)</PresentationFormat>
  <Paragraphs>83</Paragraphs>
  <Slides>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Adobe 仿宋 Std R</vt:lpstr>
      <vt:lpstr>Adobe 繁黑體 Std B</vt:lpstr>
      <vt:lpstr>Arial</vt:lpstr>
      <vt:lpstr>Calibri</vt:lpstr>
      <vt:lpstr>Symbol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悠美客微型創意工具機</dc:title>
  <dc:subject/>
  <dc:creator>羅治民</dc:creator>
  <dc:description/>
  <cp:lastModifiedBy>治民 羅</cp:lastModifiedBy>
  <cp:revision>1163</cp:revision>
  <dcterms:created xsi:type="dcterms:W3CDTF">2017-05-07T10:18:10Z</dcterms:created>
  <dcterms:modified xsi:type="dcterms:W3CDTF">2024-06-12T13:43:10Z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寬螢幕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4</vt:i4>
  </property>
</Properties>
</file>