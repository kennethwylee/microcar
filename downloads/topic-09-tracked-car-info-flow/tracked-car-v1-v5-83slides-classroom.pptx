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500" b="1">
                <a:solidFill>
                  <a:srgbClr val="0F172A"/>
                </a:solidFill>
                <a:latin typeface="Microsoft JhengHei"/>
              </a:rPr>
              <a:t>V1-V5 的完整資訊流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先看整張地圖，再把每一小段拆開。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148590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操作端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Flutter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282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994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控制封包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4308" y="1755648"/>
            <a:ext cx="148590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746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Wi-Fi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746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UDP /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收指令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755648"/>
            <a:ext cx="148590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網路與影像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轉文字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9068" y="1755648"/>
            <a:ext cx="148590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222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文字命令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解析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1755648"/>
            <a:ext cx="148590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馬達控制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234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946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輸出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3828" y="1755648"/>
            <a:ext cx="148590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698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Motor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698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履帶動作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現象：先看整張地圖，再把每一小段拆開。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判讀：本頁只切開「操作端 → Wi-Fi → AMB82 → UART → X3/RP2040 → Motor」這一段，不把後面所有問題混在一起。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處理：遠端鏈：V5 先把影像觀看方式換成 WebSocket，再思考 server 與 gateway。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資訊流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定義：資料從哪裡產生、經過哪裡、最後造成什麼效果。 本案：在本頁對應到「操作端 → Wi-Fi → AMB82 → UART → X3/RP2040 → Motor」這段資訊流。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鏈路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定義：一段完整的傳遞路徑。 本案：在本頁對應到「操作端 → Wi-Fi → AMB82 → UART → X3/RP2040 → Motor」這段資訊流。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001 / 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V1-V5 的主題與遇到的問題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每一版不是重新開始，而是解決上一版暴露出的問題。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1865376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V1 移動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控制
問題: 命令鏈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1755648"/>
            <a:ext cx="1865376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V2 影像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RTSP
問題: 黑畫面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755648"/>
            <a:ext cx="1865376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V3 穩定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分流
問題: 互相干擾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1755648"/>
            <a:ext cx="1865376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V4 延遲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低延遲
問題: 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755648"/>
            <a:ext cx="1865376" cy="9601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V5 Future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WebSocket
問題: video lag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現象：每一版不是重新開始，而是解決上一版暴露出的問題。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判讀：本頁只切開「V1 移動 → V2 影像 → V3 穩定 → V4 延遲 → V5 Future」這一段，不把後面所有問題混在一起。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處理：V3 到 V5 分別處理控制/影像分流、低延遲、以及 WebSocket 影像路線。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版本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定義：每版代表一個工程目標。 本案：V1 到 V5 對應控制、影像、穩定、延遲與 WebSocket future work。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問題導向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定義：先看現象，再看資料流。 本案：先看現象，再沿資料流找出問題卡在哪一段。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002 / 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兩條主線：控制與影像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小車不是只有一條網路，它同時有命令與影像。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控制線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低資料量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需要快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車子動作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即時反應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需要穩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影像線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高資料量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現象：小車不是只有一條網路，它同時有命令與影像。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判讀：本頁只切開「控制線 → 車子動作 → 影像線」這一段，不把後面所有問題混在一起。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處理：v3 之後的核心想法是：控制先穩，影像按需要再啟動。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控制線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定義：讓車子前進、停止、左右轉。 本案：在本頁對應到「控制線 → 車子動作 → 影像線」這段資訊流。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影像線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定義：讓操作者看到畫面。 本案：在本頁對應到「控制線 → 車子動作 → 影像線」這段資訊流。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003 / 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一個按鈕如何變成車輪動作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先把整件事想成資料一路換形式。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手指按下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變成資料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網路命令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變成電位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腳位輸出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GPIO high/low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現象：先把整件事想成資料一路換形式。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判讀：本頁只切開「手指按下 → 網路命令 → 腳位輸出」這一段，不把後面所有問題混在一起。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處理：理解這條路後，後面的 log 才看得懂。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資訊流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定義：資料從產生到造成效果的路徑。 本案：在本頁對應到「手指按下 → 網路命令 → 腳位輸出」這段資訊流。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定義：微控制器控制外部電路的腳位。 本案：在本案是 X3/RP2040 最後控制馬達驅動板的腳位輸出。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004 / 83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IP 像地址：先知道送到哪裡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沒有正確 IP，資料會送到錯的地方。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寄件人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查地址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地址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AMB82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送達設備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收件人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AMB82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現象：沒有正確 IP，資料會送到錯的地方。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判讀：本頁只切開「寄件人 → 地址 → 收件人」這一段，不把後面所有問題混在一起。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處理：所以 monitor 印出的 AMB82 IP 是重要線索。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定義：網路上的地址。 本案：在本案是 AMB82 目前連上 Wi-Fi 後取得的位置，換熱點常會改變。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SSID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定義：Wi-Fi 熱點名稱。 本案：在本頁對應到「寄件人 → 地址 → 收件人」這段資訊流。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005 / 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port 像門口：同一地址有不同入口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同一台 AMB82 上，控制與影像入口不同。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同一台設備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控制入口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port 8765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控制命令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影像入口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port 554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影像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現象：同一台 AMB82 上，控制與影像入口不同。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IP → port 8765 → port 554」這一段，不把後面所有問題混在一起。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處理：測錯 port，就像敲錯門。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定義：同一台設備上不同服務的入口。 本案：在本案 8765 是控制入口，554 是 RTSP 入口。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定義：建立影像播放會話的協定。 本案：在本案是播放器向 AMB82 要求開始看影像的控制流程。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006 / 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payload 像信件內容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地址對了，內容也要對。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封包外層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IP +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送到入口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讀內容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接收端判斷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要停車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現象：地址對了，內容也要對。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判讀：本頁只切開「封包外層 → payload → 接收端判斷」這一段，不把後面所有問題混在一起。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處理：同一個入口可以收到 FORWARD、LEFT、STOP 等不同內容。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payload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定義：封包真正承載的資料。 本案：在本案通常就是 cmd=FORWARD 這類真正要送的命令內容。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cmd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定義：命令欄位，代表要做的動作。 本案：在本案是封包中的命令欄位，後面元件會照它決定動作。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007 / 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AMB82 像轉運站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它收到網路命令，再轉成 X3/RP2040 能懂的形式。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UDP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收到網路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轉接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轉文字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onsolas"/>
              </a:rPr>
              <a:t>LEFT\n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現象：它收到網路命令，再轉成 X3/RP2040 能懂的形式。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判讀：本頁只切開「Wi-Fi UDP → AMB82 → UART Text」這一段，不把後面所有問題混在一起。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處理：monitor 印出 X3: LEFT，表示 AMB82 已經完成轉送。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定義：本案中負責 Wi-Fi、camera、RTSP 與轉接命令的板子。 本案：在本頁對應到「Wi-Fi UDP → AMB82 → UART Text」這段資訊流。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定義：板子與板子之間的序列通訊。 本案：在本案是 AMB82 到 X3/RP2040 的車內文字命令線，例如 FORWARD\n。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008 / 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UART 像兩塊板子的簡訊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AMB82 到 X3/RP2040 不再走 Wi-Fi，而是走序列文字。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送出文字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送字串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115200 baud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接字串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RX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讀入文字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現象：AMB82 到 X3/RP2040 不再走 Wi-Fi，而是走序列文字。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TX → UART 線 → X3/RP2040 RX」這一段，不把後面所有問題混在一起。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處理：若接線 TX/RX 錯，X3/RP2040 就收不到命令。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定義：序列通訊，一次一段資料依序傳。 本案：在本案是 AMB82 到 X3/RP2040 的車內文字命令線，例如 FORWARD\n。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baud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定義：序列通訊的速度設定。 本案：在本頁對應到「AMB82 TX → UART 線 → X3/RP2040 RX」這段資訊流。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009 / 83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像最後的執行員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X3/RP2040 不管 RTSP，只管馬達腳位。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收命令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判斷命令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程式函式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輸出電位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馬達腳位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GPIO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現象：X3/RP2040 不管 RTSP，只管馬達腳位。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判讀：本頁只切開「X3/RP2040 收命令 → 程式函式 → 馬達腳位」這一段，不把後面所有問題混在一起。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處理：車不動時，X3/RP2040 是否收到命令是很重要的分界點。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定義：程式中負責特定動作的一段邏輯。 本案：在本頁對應到「X3/RP2040 收命令 → 程式函式 → 馬達腳位」這段資訊流。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定義：X3/RP2040 控制馬達驅動板的輸出腳位。 本案：在本案是 X3/RP2040 最後控制馬達驅動板的腳位輸出。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010 / 83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影像不是一個命令，而是一串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影像資料量比 FORWARD 大非常多。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frame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壓縮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H264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播放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連續播放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現象：影像資料量比 FORWARD 大非常多。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 → Encoder → Player」這一段，不把後面所有問題混在一起。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處理：所以控制順不代表影像一定順。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定義：影像中的一張畫面。 本案：在本案是 camera 產生的一張畫面；沒有 frame，播放器只會黑畫面。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H264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定義：常見影片壓縮格式。 本案：在本案是 AMB82 把 camera 畫面壓縮後送給播放器的格式。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011 / 83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延遲是很多小等待加起來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畫面晚幾秒通常不是單一原因。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取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等待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傳封包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等待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 buffer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等資料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現象：畫面晚幾秒通常不是單一原因。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 → Wi-Fi → Player buffer」這一段，不把後面所有問題混在一起。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處理：V4B 的低延遲就是在這些段落一起減壓。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定義：從現場事件到使用者看到結果的時間差。 本案：在本案指車子已經動了，但畫面幾秒後才反映出來。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定義：播放器先暫存資料再播放。 本案：在本案讓影像較穩，但也會讓畫面晚幾秒。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012 / 83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log 像路邊監視器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每個 log 只看得到自己那一段。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第一個攝影機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X3: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第二個攝影機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Received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現象：每個 log 只看得到自己那一段。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log → AMB82 monitor → X3/RP2040 shell」這一段，不把後面所有問題混在一起。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處理：X3/RP2040 shell 有 Received，才代表 X3/RP2040 真的收到。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定義：系統執行時留下的紀錄。 本案：在本案用來確認資訊流走到哪一段。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分段除錯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定義：一次只確認一小段是否正常。 本案：在本頁對應到「App log → AMB82 monitor → X3/RP2040 shell」這段資訊流。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013 / 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App 有 Sent，但 AMB82 沒反應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這通常先看 IP、Wi-Fi、port。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Sent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/ 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可能錯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沒到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 X3: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現象：這通常先看 IP、Wi-Fi、port。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log → Wi-Fi / IP → AMB82 monitor」這一段，不把後面所有問題混在一起。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處理：再確認電腦和小車是否在同一個 Wi-Fi/subnet。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定義：網路上的地址。 本案：在本案是 AMB82 目前連上 Wi-Fi 後取得的位置，換熱點常會改變。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subnet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定義：同一段區域網路範圍。 本案：在本頁對應到「App log → Wi-Fi / IP → AMB82 monitor」這段資訊流。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014 / 83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AMB82 有 X3:，但 X3/RP2040 沒 Received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這通常先看 UART 與 X3/RP2040 程式。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X3: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已轉送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線路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TX/RX/GND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沒收到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無 Received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現象：這通常先看 UART 與 X3/RP2040 程式。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monitor → UART 線路 → X3/RP2040 shell」這一段，不把後面所有問題混在一起。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處理：也要確認 X3/RP2040 main.py 正在執行。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定義：AMB82 與 X3/RP2040 之間的文字通道。 本案：在本案是 AMB82 到 X3/RP2040 的車內文字命令線，例如 FORWARD\n。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定義：兩塊板子需要共地才能可靠通訊。 本案：在本頁對應到「AMB82 monitor → UART 線路 → X3/RP2040 shell」這段資訊流。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015 / 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有 Received，但車不動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這時問題已經更靠近馬達端。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Received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已解析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輸出腳位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檢查輸出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Motor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可能未動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現象：這時問題已經更靠近馬達端。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判讀：本頁只切開「X3/RP2040 shell → GPIO → Motor Driver」這一段，不把後面所有問題混在一起。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處理：這就是分段除錯的好處：不要一直回頭改 App。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定義：X3/RP2040 控制馬達驅動板的腳位。 本案：在本案是 X3/RP2040 最後控制馬達驅動板的腳位輸出。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Motor Driver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定義：把 X3/RP2040 小電流控制轉成馬達需要的電流。 本案：在本頁對應到「X3/RP2040 shell → GPIO → Motor Driver」這段資訊流。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016 / 83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VLC 連上 RTSP，但畫面黑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連線成功只代表入口存在。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REQUEST_PLAY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會話成功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已建立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檢查影像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可能沒有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現象：連線成功只代表入口存在。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判讀：本頁只切開「VLC → RTSP Session → Frame」這一段，不把後面所有問題混在一起。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處理：不要只把問題歸因到 VLC 或 App 播放器。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定義：控制播放會話的協定。 本案：在本案是播放器向 AMB82 要求開始看影像的控制流程。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定義：播放器真正需要顯示的畫面資料。 本案：在本案是 camera 產生的一張畫面；沒有 frame，播放器只會黑畫面。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017 / 83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REQUEST_PLAY 後看到 sf:0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這表示播放要求到了，但沒有有效 frame 送出。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REQUEST_PLAY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播放器要求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要求播放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RTP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開始送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資料為零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sf:0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送出 frame 為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現象：VLC 已進入 PLAY，但 monitor 顯示 sf:0，代表會話存在、影像 frame 沒送出。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判讀：本頁只切開「REQUEST_PLAY → RTP started → sf:0」這一段，不把後面所有問題混在一起。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處理：下一步不是改播放器，而是檢查 camera frame、encoder 與 getImage 結果。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定義：RTSP 中要求開始傳媒體。 本案：在本案是播放器正式要求 AMB82 開始送影像。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sf:0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定義：送出的影像 frame 數為 0 的線索。 本案：在本頁對應到「REQUEST_PLAY → RTP started → sf:0」這段資訊流。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018 / 83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getImage 卡住或 Image len 非零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這一步用來判斷 camera 是否真的能取圖。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Camera.getImage()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呼叫抓圖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隔離測試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非零或卡住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現象：這一步用來判斷 camera 是否真的能取圖。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判讀：本頁只切開「Camera.getImage() → Image len」這一段，不把後面所有問題混在一起。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處理：這也是判斷某些車可能是硬體問題的依據。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JPEG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定義：單張壓縮圖片格式。 本案：在本案用 snapshot 測試 camera 是否能產生單張圖片。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定義：抓到圖片資料的長度。 本案：在本案若為非零，代表 getImage 抓到有效影像資料。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019 / 83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接行動電源後變順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這代表供電也會影響資訊流。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USB 供電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可能不足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造成波動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AMB82/Wi-Fi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不穩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改善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Power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較穩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現象：這代表供電也會影響資訊流。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判讀：本頁只切開「USB 供電 → AMB82/Wi-Fi → Power Bank」這一段，不把後面所有問題混在一起。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處理：這提醒學生：不是所有問題都是程式問題。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電壓降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定義：負載變大時電壓短暫下降。 本案：在本頁對應到「USB 供電 → AMB82/Wi-Fi → Power Bank」這段資訊流。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供電隔離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定義：讓不同負載不要互相干擾。 本案：在本頁對應到「USB 供電 → AMB82/Wi-Fi → Power Bank」這段資訊流。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020 / 83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同一個 Wi-Fi 不等於一定可連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還要看 IP 範圍與路由。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電腦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10.13.8.95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同網段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10.13.8.88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測服務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port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554 / 8765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現象：還要看 IP 範圍與路由。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判讀：本頁只切開「電腦 → AMB82 → port test」這一段，不把後面所有問題混在一起。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處理：校園網路、手機熱點、電腦熱點的路由規則可能不同。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定義：測 IP 是否可達的工具。 本案：在本案先確認電腦是否看得到 AMB82。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port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定義：測某個服務入口是否能連。 本案：在本案用來確認 554 或 8765 服務是否可連。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021 / 83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排查前導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跨校園時要多一個中繼角色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車不在同一個 LAN，直接連線通常會失敗。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操作者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送到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固定入口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轉給車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車上轉接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現象：車不在同一個 LAN，直接連線通常會失敗。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判讀：本頁只切開「Lab → Server → Gateway」這一段，不把後面所有問題混在一起。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處理：server 再把 lab 的命令與車上的影像做中繼。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定義：兩端都能連到的固定入口。 本案：在本頁對應到「Lab → Server → Gateway」這段資訊流。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定義：車上對外與對內轉接的設備。 本案：在 V5 是車上的手機/電腦，負責外部網路和車內 AMB82 的橋接。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022 / 83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V1 總圖：只處理移動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第一版先證明 App 可以讓車子動。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按鈕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UDP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UDP:8765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UART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UART 收命令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GPIO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Motor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GPIO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判讀：本頁只切開「Flutter App → AMB82 → X3/RP2040 → Motor」這一段，不把後面所有問題混在一起。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定義：用來送簡短控制命令。 本案：在本案用來送 FORWARD/STOP，資料小、反應快，但要靠 heartbeat/failsafe 補安全。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定義：X3/RP2040 控制馬達驅動板的輸出腳位。 本案：在本案是 X3/RP2040 最後控制馬達驅動板的腳位輸出。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023 / 83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按下按鈕後，App 先改狀態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按鈕亮起不代表車子已收到命令。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Button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使用者按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更新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目前方向 =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判讀：本頁只切開「Button Down → App State」這一段，不把後面所有問題混在一起。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UI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定義：App 畫面內部記住的狀態。 本案：在本頁對應到「Button Down → App State」這段資訊流。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本機事件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定義：還沒有經過 Wi-Fi 的動作。 本案：在本頁對應到「Button Down → App State」這段資訊流。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024 / 83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App 把狀態包成 UDP 封包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狀態要變成網路能傳的資料。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封包化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State → UDP Payload」這一段，不把後面所有問題混在一起。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定義：封包裡真正要送的資料。 本案：在本案通常就是 cmd=FORWARD 這類真正要送的命令內容。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cmd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定義：command 的縮寫，代表命令欄位。 本案：在本案是封包中的命令欄位，後面元件會照它決定動作。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025 / 83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UDP 封包需要 IP 與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資料必須知道要送到哪台機器、哪個入口。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cmd=FORWARD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送到指定入口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192.168.x.x:8765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判讀：本頁只切開「UDP Payload → AMB82 Address」這一段，不把後面所有問題混在一起。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定義：網路上的地址。 本案：在本案是 AMB82 目前連上 Wi-Fi 後取得的位置，換熱點常會改變。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定義：同一台設備上不同服務的入口號碼。 本案：在本案 8765 是控制入口，554 是 RTSP 入口。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026 / 83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AMB82 收到 UDP 後，只做轉接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AMB82 在控制鏈中像網路到 X3/RP2040 的轉接站。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UDP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收到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轉成文字命令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onsolas"/>
              </a:rPr>
              <a:t>FORWARD\n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UDP → UART Text」這一段，不把後面所有問題混在一起。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定義：兩塊板子之間的序列通訊。 本案：在本案是 AMB82 到 X3/RP2040 的車內文字命令線，例如 FORWARD\n。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newline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定義：命令結尾，用來分辨一行命令結束。 本案：在本頁對應到「AMB82 UDP → UART Text」這段資訊流。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027 / 83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解析 UART 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X3/RP2040 收到文字後，才知道要呼叫哪個動作。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onsolas"/>
              </a:rPr>
              <a:t>FORWARD\n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解析命令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判讀：本頁只切開「UART Text → X3/RP2040 Function」這一段，不把後面所有問題混在一起。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定義：把文字拆解成程式能理解的命令。 本案：在本頁對應到「UART Text → X3/RP2040 Function」這段資訊流。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定義：程式裡負責做某件事的一段邏輯。 本案：在本頁對應到「UART Text → X3/RP2040 Function」這段資訊流。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028 / 83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用 GPIO 控制馬達驅動板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最後不是網路讓輪子動，而是電位輸出讓馬達動。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forward()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設定腳位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GPIO 輸出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Motor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IN1/IN2 變化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判讀：本頁只切開「X3/RP2040 forward() → Motor Driver」這一段，不把後面所有問題混在一起。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定義：微控制器可控制的輸出入腳位。 本案：在本案是 X3/RP2040 最後控制馬達驅動板的腳位輸出。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H-bridge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定義：常見馬達正反轉控制電路。 本案：在本頁對應到「X3/RP2040 forward() → Motor Driver」這段資訊流。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029 / 83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STOP 是另一個命令，不是按鈕放開的魔法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車要停，仍然需要 STOP 走完整條路。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STOP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安全停止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stop()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全部腳位歸零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現象：車子會維持上一個方向，因此停止也必須是一個完整送達的命令。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判讀：本頁只切開「STOP Payload → X3/RP2040 stop()」這一段，不把後面所有問題混在一起。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處理：確認 App log、AMB82 monitor、X3/RP2040 shell 都有 STOP，再談馬達是否真的停。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failsafe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定義：命令中斷時自動停車的保護機制。 本案：在本案是 X3/RP2040 收不到新命令時自動停車，避免斷線後繼續跑。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heartbeat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定義：持續送出的控制心跳。 本案：在本案是 App 反覆送目前方向，讓 Wi-Fi 抖動時控制不中斷。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030 / 83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三個 log 對應三段路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除錯時不要只看一個畫面。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Sent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網路已送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X3: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UART 已收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Received: FORWARD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Log → AMB82 Monitor → X3/RP2040 Shell」這一段，不把後面所有問題混在一起。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定義：系統留下的執行紀錄。 本案：在本案用來確認資訊流走到哪一段。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分段除錯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定義：一次只確認一小段是否正常。 本案：在本頁對應到「App Log → AMB82 Monitor → X3/RP2040 Shell」這段資訊流。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031 / 83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V2 總圖：加入 RTSP 影像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控制鏈之外，多了一條高資料量的影像鏈。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編碼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H264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串流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RTSP/RTP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554 / packets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播放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VLC/App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 → AMB82 Encoder → RTSP/RTP → Player」這一段，不把後面所有問題混在一起。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定義：建立播放會話的控制協定。 本案：在本案是播放器向 AMB82 要求開始看影像的控制流程。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定義：實際承載影音資料的協定。 本案：在本案負責把 H264 frame 切成封包送到播放器。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032 / 83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播放器先連到 RTSP port 554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輸入 rtsp://IP:554 時，播放器先建立會話。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VLC /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建立 TCP 連線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port 554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判讀：本頁只切開「VLC / App → AMB82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定義：可靠連線，RTSP 控制通常走 TCP。 本案：在本案常出現在 RTSP 控制連線；可靠但卡住時可能累積延遲。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554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定義：RTSP 常用 port。 本案：在本頁對應到「VLC / App → AMB82 RTSP」這段資訊流。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033 / 83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OPTIONS 詢問支援哪些方法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播放器先問 server 會什麼。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詢問能力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可用方法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判讀：本頁只切開「Player → RTSP Server」這一段，不把後面所有問題混在一起。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定義：詢問 RTSP server 支援的方法。 本案：在本案是 RTSP 連線初期播放器詢問 AMB82 支援哪些方法。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handshake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定義：正式傳輸前的協商。 本案：在本頁對應到「Player → RTSP Server」這段資訊流。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034 / 83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DESCRIBE 取得 SDP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播放器需要知道影像格式與串流資訊。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取得描述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H264 / track 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判讀：本頁只切開「Player → SDP」這一段，不把後面所有問題混在一起。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定義：Session Description Protocol，描述媒體串流。 本案：在本案是 RTSP DESCRIBE 回傳給播放器的串流說明書。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codec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定義：影像壓縮格式，例如 H264。 本案：在本案通常是 H264，表示影像如何被壓縮。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035 / 83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SETUP 決定 RTP 怎麼送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播放器與 AMB82 協商用 UDP 或 TCP 傳影像資料。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協商傳輸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RTP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 或 TCP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判讀：本頁只切開「SETUP → RTP Channel」這一段，不把後面所有問題混在一起。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定義：低延遲但不保證送達。 本案：在本案用來送 FORWARD/STOP，資料小、反應快，但要靠 heartbeat/failsafe 補安全。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TCP interleaved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定義：RTP 包在 RTSP TCP 連線裡傳。 本案：在本頁對應到「SETUP → RTP Channel」這段資訊流。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036 / 83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PLAY 才開始要求影像資料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看到 REQUEST_PLAY 代表播放器要求開始播放。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開始串流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rtp started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判讀：本頁只切開「Player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定義：要求 RTSP server 開始送媒體。 本案：在本案是播放器正式要求 AMB82 開始送影像。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定義：送出的 frame 數或相關統計。 本案：在本頁對應到「Player → AMB82」這段資訊流。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037 / 83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Camera frame 要先進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RTSP 開了，不代表 camera 已經產生可送出的 frame。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raw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壓縮編碼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H264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 Frame → Encoder」這一段，不把後面所有問題混在一起。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定義：影像中的一張畫面。 本案：在本案是 camera 產生的一張畫面；沒有 frame，播放器只會黑畫面。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H264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定義：常見低頻寬影片壓縮格式。 本案：在本案是 AMB82 把 camera 畫面壓縮後送給播放器的格式。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038 / 83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sf:0 代表沒有有效影像送出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這是黑畫面排查中最重要的 log 之一。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REQUEST_PLAY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會話正常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控制成功但資料為零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sf:0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現象：VLC 已進入 PLAY，但 monitor 顯示 sf:0，代表會話存在、影像 frame 沒送出。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判讀：本頁只切開「REQUEST_PLAY → sf:0」這一段，不把後面所有問題混在一起。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處理：下一步不是改播放器，而是檢查 camera frame、encoder 與 getImage 結果。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sf:0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定義：送出的影像 frame 統計為 0。 本案：在本頁對應到「REQUEST_PLAY → sf:0」這段資訊流。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黑畫面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定義：播放器有連線，但沒有可顯示影像。 本案：在本頁對應到「REQUEST_PLAY → sf:0」這段資訊流。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039 / 83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keepalive timeout 是會話維持問題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播放器需要定期告訴 RTSP server：我還在。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已建立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逾時斷線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Keepalive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沒有持續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判讀：本頁只切開「RTSP Session → Keepalive」這一段，不把後面所有問題混在一起。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keepalive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定義：維持連線活著的訊號。 本案：在本案是維持 RTSP session 不被 server 判定失聯。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定義：等待太久沒有回應。 本案：在本案可能代表 RTSP 會話逾時，或 X3/RP2040 太久沒收到命令而停車。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040 / 83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HTTP JPEG 用來隔離 camera 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把 RTSP 拿掉，只問 camera 能不能抓到圖片。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/snapshot.jpg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直接抓圖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Camera.getImage()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JPEG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現象：RTSP 黑畫面後，用 snapshot/getImage 直接測 camera，確認問題是否在影像來源。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判讀：本頁只切開「Browser → Camera.getImage()」這一段，不把後面所有問題混在一起。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處理：觀察是否印出非零 Image len；若卡住，就把懷疑範圍縮到 camera/硬體。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JPEG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定義：單張壓縮圖片格式。 本案：在本案用 snapshot 測試 camera 是否能產生單張圖片。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定義：抓到的圖片資料長度，非零通常代表有影像。 本案：在本案若為非零，代表 getImage 抓到有效影像資料。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041 / 83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V3 總圖：控制優先，影像按需啟動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V3 的目標是讓車先能安全移動。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UDP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先可用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轉 UART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安全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failsafe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按 Start 才開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判讀：本頁只切開「UDP Control → AMB82 → X3/RP2040 →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on 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定義：需要時才啟動。 本案：在本頁對應到「UDP Control → AMB82 → X3/RP2040 → RTSP」這段資訊流。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decouple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定義：把兩條鏈路的故障影響切開。 本案：在本頁對應到「UDP Control → AMB82 → X3/RP2040 → RTSP」這段資訊流。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042 / 83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UDP ready 只代表控制入口建立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Connect UDP 成功後，先送 STOP 作為安全起點。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Connect UDP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IP:8765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建立控制入口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UDP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判讀：本頁只切開「Connect UDP → AMB82 UDP」這一段，不把後面所有問題混在一起。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UDP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定義：App 已準備往指定 IP:port 送命令。 本案：在本頁對應到「Connect UDP → AMB82 UDP」這段資訊流。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boot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定義：開機先停車。 本案：在本頁對應到「Connect UDP → AMB82 UDP」這段資訊流。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043 / 83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Start Embedded 送的是 START_RTSP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影像啟動是另一個命令，不是 UDP control 的必要條件。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Start Embedded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按鈕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要求開影像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START_RTSP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 command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判讀：本頁只切開「Start Embedded → START_RTSP」這一段，不把後面所有問題混在一起。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START_RTSP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定義：要求 AMB82 啟動 RTSP pipeline。 本案：在本頁對應到「Start Embedded → START_RTSP」這段資訊流。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embedded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定義：App 內嵌播放器。 本案：在本頁對應到「Start Embedded → START_RTSP」這段資訊流。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044 / 83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RTSP start-once 避免重複啟動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同一條 camera pipeline 不適合一直重開。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只啟動一次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start once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→ RTSP ON」這一段，不把後面所有問題混在一起。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定義：影像從 camera 到 encoder 到網路的處理流程。 本案：在本頁對應到「AMB82 → RTSP ON」這段資訊流。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idempotent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定義：重複執行不改變狀態。 本案：在本頁對應到「AMB82 → RTSP ON」這段資訊流。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045 / 83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App 用 heartbeat 持續送目前方向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長按或方向亮起時，App 會反覆送命令。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週期送出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FORWARD, FORWARD...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Direction → Heartbeat」這一段，不把後面所有問題混在一起。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heartbeat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定義：固定間隔送出的控制訊號。 本案：在本案是 App 反覆送目前方向，讓 Wi-Fi 抖動時控制不中斷。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lag tolerant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定義：容忍短暫網路延遲。 本案：在本頁對應到「App Direction → Heartbeat」這段資訊流。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046 / 83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failsafe 負責最後一道安全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如果太久沒收到命令，X3/RP2040 自動 stop。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last command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失聯停車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Auto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timeout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判讀：本頁只切開「X3/RP2040 → Auto Stop」這一段，不把後面所有問題混在一起。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定義：超過指定時間沒有收到新命令。 本案：在本案可能代表 RTSP 會話逾時，或 X3/RP2040 太久沒收到命令而停車。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安全邊界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定義：順暢與防失控之間的取捨。 本案：在本頁對應到「X3/RP2040 → Auto Stop」這段資訊流。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047 / 83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Thonny 會改變 X3/RP2040 的執行狀態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接著 Thonny 時順，不代表拔線後也一定相同。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Thonny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REPL / exec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測試環境差異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自動執行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現象：接 Thonny 時車能動，拔線後不穩或不動，表示 X3/RP2040 開機自動執行需要另外確認。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判讀：本頁只切開「Thonny → X3/RP2040 main.py」這一段，不把後面所有問題混在一起。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os.listdir() 確認 boot.py/main.py 在 X3/RP2040 內，再測獨立供電開機。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REPL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定義：MicroPython 互動命令列。 本案：在本案是 Thonny 與 X3/RP2040 互動測試的命令列。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boot.py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定義：X3/RP2040 開機時先執行的檔案。 本案：在本案確保 X3/RP2040 拔線後能自動執行 main.py。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048 / 83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V4A 總圖：穩定優先，但影像有延遲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V4A 是能跑的穩定版本。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Power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獨立供電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供電穩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UDP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順暢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VGA 15fps 1Mbps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影像延遲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畫面晚幾秒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判讀：本頁只切開「Power Bank → UDP Control → RTSP → Delay」這一段，不把後面所有問題混在一起。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定義：從事件發生到畫面看到的時間差。 本案：在本案指車子已經動了，但畫面幾秒後才反映出來。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bitrate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定義：每秒傳輸的影像資料量。 本案：在本案代表 RTSP 每秒資料量，太高會增加 Wi-Fi 與播放器壓力。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049 / 83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供電不穩會被誤認為網路問題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車子一動，電流需求會變大。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Motor / AMB82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用電增加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電源影響網路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/ 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不穩或重連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現象：接電腦 USB 時車子不穩，改用行動電源後控制變順，顯示供電會影響通訊。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判讀：本頁只切開「Motor / AMB82 → Wi-Fi /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處理：測試時把 AMB82 供電與馬達負載分開觀察，不要把電源問題誤判為網路問題。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電壓降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定義：負載增加時電壓短暫下降。 本案：在本頁對應到「Motor / AMB82 → Wi-Fi / RTSP」這段資訊流。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供電隔離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定義：讓 AMB82 與馬達電力互相干擾較少。 本案：在本頁對應到「Motor / AMB82 → Wi-Fi / RTSP」這段資訊流。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050 / 83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RTSP buffer 讓畫面變穩但變慢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播放器會先存一點資料再播放。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RTP Packets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影像封包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平滑播放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 Buffer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先存再播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判讀：本頁只切開「RTP Packets → Player Buffer」這一段，不把後面所有問題混在一起。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定義：播放器暫存資料的空間。 本案：在本案讓影像較穩，但也會讓畫面晚幾秒。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jitter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定義：封包抵達時間忽快忽慢。 本案：在本案是封包有時快、有時慢，會讓播放器需要更多 buffer。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051 / 83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FPS 與 bitrate 會影響延遲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畫面越多、資料越大，Wi-Fi 壓力越高。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15 fps / 1 Mbps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較順畫面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資料量增加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較高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判讀：本頁只切開「15 fps / 1 Mbps → Wi-Fi Load」這一段，不把後面所有問題混在一起。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定義：每秒幾張影像。 本案：在本案用來取捨畫面流暢與低延遲，例如 V4B 降到 10fps。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Mbps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定義：每秒多少百萬位元資料。 本案：在本頁對應到「15 fps / 1 Mbps → Wi-Fi Load」這段資訊流。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052 / 83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手機熱點會讓延遲變動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熱點品質不是固定值。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Phone Hotspot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Wi-Fi + 4G/5G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網路品質波動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Ping /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忽快忽慢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判讀：本頁只切開「Phone Hotspot → Ping / Delay」這一段，不把後面所有問題混在一起。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定義：測量來回延遲的工具。 本案：在本案先確認電腦是否看得到 AMB82。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packet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定義：封包遺失。 本案：在本案是 Wi-Fi 或熱點不穩時封包消失，影像比控制更容易受影響。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053 / 83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V4B 總圖：低延遲優先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V4B 犧牲一些畫質與流暢度，換取更快的畫面反應。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VGA 10fps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降低資料量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Bitrate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512 Kbps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降低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low 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方便駕駛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較快反應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判讀：本頁只切開「RTSP → Bitrate → Player → Driver」這一段，不把後面所有問題混在一起。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low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定義：降低操作到畫面回應的時間。 本案：在本頁對應到「RTSP → Bitrate → Player → Driver」這段資訊流。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tradeoff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定義：用某些犧牲換取另一個目標。 本案：在本頁對應到「RTSP → Bitrate → Player → Driver」這段資訊流。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054 / 83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Scan AMB82 也是一段資訊流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搜尋 IP 不是魔法，而是 App 對很多地址試探。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192.168.x.0/24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逐一試探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Probe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問誰有回應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找到回應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現象：按 Scan AMB82 後 Flutter 視窗無回應，問題點轉向 App 搜尋流程本身。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Scan → UDP Probe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處理：先用手動 IP 或優先檢查目前 IP，避免全網段掃描把 UI thread 卡住。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定義：一個常見子網範圍，約 254 個可用地址。 本案：在本頁對應到「App Scan → UDP Probe → AMB82」這段資訊流。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probe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定義：試探某個 IP 是否有服務回應。 本案：在本頁對應到「App Scan → UDP Probe → AMB82」這段資訊流。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055 / 83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UI thread 卡住，畫面就沒有回應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App 本身也可能是資訊流的瓶頸。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many futures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大量等待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工作塞住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UI thread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沒有回應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判讀：本頁只切開「many futures → UI thread」這一段，不把後面所有問題混在一起。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定義：未來會完成的非同步工作。 本案：在本頁對應到「many futures → UI thread」這段資訊流。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UI thread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定義：負責畫面反應的執行緒。 本案：在本頁對應到「many futures → UI thread」這段資訊流。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056 / 83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低延遲不是只改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編碼、網路、播放器都要一起調。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 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資料量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變小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封包傳輸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變快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播放緩衝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 Encode → Network → Player Cache」這一段，不把後面所有問題混在一起。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定義：播放器暫存資料。 本案：在本頁對應到「Camera Encode → Network → Player Cache」這段資訊流。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end-to-end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定義：從 camera 到人眼看到的完整路徑。 本案：在本頁對應到「Camera Encode → Network → Player Cache」這段資訊流。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057 / 83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V4A 與 V4B 的選擇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沒有絕對最好，只有情境不同。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穩、較延遲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取捨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快、較敏感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判讀：本頁只切開「V4A → V4B」這一段，不把後面所有問題混在一起。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穩定性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定義：系統長時間不出錯的能力。 本案：在本頁對應到「V4A → V4B」這段資訊流。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延遲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定義：看到畫面落後現場多少時間。 本案：在本頁對應到「V4A → V4B」這段資訊流。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058 / 83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V5 Future Work：影像改走 WebSocket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V5 不是重寫馬達控制，而是把影像觀看方式換掉。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low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換影像路線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WS 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再延伸遠端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server /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現象：V5 不是重寫控制鏈，而是把影像從 RTSP player 轉向 WebSocketViewer，作為後續遠端影像的起點。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判讀：本頁只切開「V4B → V5 → Future」這一段，不把後面所有問題混在一起。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處理：先把 V5 定義成 future work：保留 UDP 控制，單獨驗證 WebSocketViewer 影像路線。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定義：下一階段要探索的方向。 本案：在本案代表下一階段要驗證的方向，不代表已經完成跨校園部署。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WS 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定義：AMB82 官方提供的瀏覽器影像頁。 本案：在 V5 指 AMB82 官方 WebSocketViewer，用瀏覽器觀看影像。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059 / 83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RTSP 像監視器串流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播放器會建立 session，並常用 buffer 讓播放穩定。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VLC / 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OPTIONS /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建立會話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平滑播放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Buffer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先存幾秒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現象：RTSP 適合監視器式串流，但播放器 buffer 可能讓畫面穩定卻延遲變長。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判讀：本頁只切開「VLC / Player → AMB82 RTSP → Buffer」這一段，不把後面所有問題混在一起。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處理：用這頁說明 RTSP 的 session、RTP frame 與 buffer，讓學生理解為何會 lag。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定義：建立與控制影音播放會話。 本案：在本案是播放器向 AMB82 要求開始看影像的控制流程。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定義：播放器先累積一段資料再播放。 本案：在本案讓影像較穩，但也會讓畫面晚幾秒。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060 / 83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WebSocket 像一條持續開著的資料管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瀏覽器和 AMB82 建立長連線後，資料可持續往同一條管送。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HTTP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升級連線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WebSocket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long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推送畫面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WS 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現象：WebSocket 讓瀏覽器和 AMB82 保持長連線，較容易做自訂的最新畫面策略。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判讀：本頁只切開「Browser → WebSocket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browser 與 AMB82 的長連線解釋 WebSocketViewer，不把它講成 WebRTC。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WebSocket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定義：瀏覽器與設備之間的雙向長連線。 本案：在 V5 用來讓瀏覽器與 AMB82 或未來 gateway/server 維持長連線。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HTTP upgrade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定義：從一般網頁連線升級成 WebSocket。 本案：在 V5 是瀏覽器先用 HTTP 進入，再升級成 WebSocket 長連線。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061 / 83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為什麼 WebSocket 較容易處理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重點不是 WebSocket 魔法變快，而是比較容易做最新畫面優先。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Frame #100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舊畫面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落後時丟舊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Frame #110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最新畫面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顯示最新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只看最新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現象：開車時寧可少看幾張，也不要看 8 秒前的畫面；這就是 latest frame wins 的需求。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判讀：本頁只切開「Frame #100 → Frame #110 → Browser」這一段，不把後面所有問題混在一起。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處理：示範丟舊 frame、看最新 frame 的概念，說明低延遲不等於每張都播放。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latest frame wins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定義：延遲時丟掉舊畫面，優先顯示最新畫面。 本案：在 V5 future work 中代表延遲時丟舊 frame，優先看最新畫面。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定義：畫面落後真實車況的時間。 本案：在本頁對應到「Frame #100 → Frame #110 → Browser」這段資訊流。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062 / 83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但 WebSocket 也不是萬能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它仍走 TCP，網路很差時仍可能卡住。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忽快忽慢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造成等待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TCP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依序送達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影響畫面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可能等待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現象：WebSocket 仍跑在 TCP 上，網路很差時可能因前面資料卡住而等待。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判讀：本頁只切開「Wi-Fi jitter → TCP stream → Viewer」這一段，不把後面所有問題混在一起。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處理：補上限制：WebSocket 可降低播放器複雜度，但網路品質差仍會卡。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定義：可靠、有順序的傳輸。 本案：在本案常出現在 RTSP 控制連線；可靠但卡住時可能累積延遲。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HOL blocking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定義：前面資料卡住，後面也要排隊。 本案：Head-of-line blocking 的縮寫；在 V5 用來提醒 WebSocket 仍跑在 TCP 上，前面卡住後面也可能等。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063 / 83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目前 V5：AMB82 開 WebSocketViewer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影像仍由 AMB82 camera 產生，但觀看方式改成瀏覽器頁面。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StreamIO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接管資料流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呈現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WebSocketViewer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Browser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現象：目前 V5 的實作是 AMB82 用 Camera -&gt; StreamIO -&gt; WebSocketViewer，Flutter 只負責啟動與控車。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 → StreamIO → WebSocketViewer」這一段，不把後面所有問題混在一起。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處理：對照 V5 firmware marker 與 START_VIEWER，確認影像是被按需啟動。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StreamIO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定義：AMB82 內部的影像資料管線。 本案：在 V5 是 AMB82 把 camera stream 接到 WebSocketViewer 的內部管線。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START cmd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定義：啟動 WebSocketViewer 的 UDP 命令。 本案：在 V5 是 Flutter 送出的 START_VIEWER 命令，用來啟動 AMB82 WebSocketViewer。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064 / 83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V5 App 不再內嵌播放器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Windows app 控車，影像交給瀏覽器。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控車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http://AMB82_IP/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看影像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viewer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現象：V5 把影像交給瀏覽器，降低 Flutter 內嵌播放器與 RTSP cache 的干擾。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判讀：本頁只切開「Flutter App → Browser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處理：讓學生記住：App 控車、Browser 看影像，兩條線分開測。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browser 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定義：用瀏覽器開 AMB82 提供的影像頁。 本案：在 V5 是把影像播放交給瀏覽器，不再由 Flutter 內嵌 RTSP 播放器處理。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media_kit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定義：先前 Flutter 內嵌播放器用到的套件。 本案：在 V4 是 Flutter 內嵌播放器相關套件；V5 已把它移出主要影像路徑。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065 / 83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V5 的控制鏈仍然沿用 V4B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影像改了，但車子怎麼動沒有重寫。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 UDP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 8765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 UART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UART + GPIO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現象：V5 改影像路徑，但 FORWARD/STOP 仍走 Flutter -&gt; UDP -&gt; AMB82 -&gt; UART -&gt;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判讀：本頁只切開「Flutter → AMB82 → X3/RP2040」這一段，不把後面所有問題混在一起。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處理：不要重寫已穩定的車內控制鏈，只替換影像觀看路線。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watchdog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定義：長時間沒收到控制 heartbeat 時自動停車。 本案：在本頁對應到「Flutter → AMB82 → X3/RP2040」這段資訊流。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failsafe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定義：斷線或程式卡住時避免車繼續跑的保護。 本案：在本案是 X3/RP2040 收不到新命令時自動停車，避免斷線後繼續跑。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066 / 83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Future Work：把 WebSocketViewer 接到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先在同一個 LAN 驗證，再思考跨校園。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WS 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車內讀取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讀取/轉送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車外中繼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Lab 可連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現象：未來若要跨校園，WebSocketViewer 需要 gateway/server 中繼，不能只靠 lab 直接連車上 IP。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→ Gateway → Server」這一段，不把後面所有問題混在一起。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處理：下一步才規劃 gateway 主動連 server，再把影像與控制狀態 relay 出去。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定義：車上負責對外連線與對內轉接的設備。 本案：在 V5 是車上的手機/電腦，負責外部網路和車內 AMB82 的橋接。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relay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定義：把一端資料轉送到另一端。 本案：在 V5 是 server 把 lab 的命令或車上的影像轉送給另一端。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067 / 83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Future Work：server 需要的能力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遠端控制不是只要一個 IP，還要權限、狀態與安全。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Linux / 固定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提供入口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開必要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顯示狀態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狀態頁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現象：未來若要跨校園，WebSocketViewer 需要 gateway/server 中繼，不能只靠 lab 直接連車上 IP。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判讀：本頁只切開「Server → Firewall → Dashboard」這一段，不把後面所有問題混在一起。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處理：下一步才規劃 gateway 主動連 server，再把影像與控制狀態 relay 出去。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DNS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定義：把名稱轉成 IP。 本案：在 V5 讓 lab 與 gateway 用固定名稱找到 server，不必記 IP。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定義：限制誰可以控制車的通行證。 本案：在 V5 用來限制誰可以控制車，避免任何人都能送命令。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068 / 83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同一個 FORWARD：目前 V5 與未來遠端版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目前 V5 仍走車內控制鏈；server/gateway 是下一階段。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目前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App -&gt; AMB82
-&gt; X3/RP2040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未來才多車外路徑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Future Remote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中繼服務
下一階段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現象：目前 V5 沒有 server/gateway；控制仍走 App -&gt; AMB82 -&gt; X3/RP2040，server/gateway 是 future work。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判讀：本頁只切開「目前 V5 → Future Remote」這一段，不把後面所有問題混在一起。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處理：把目前 V5 與 Future Remote 分開：先驗證車內控制，再把 server/gateway 當下一階段測試。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車外路徑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定義：Lab 到 server 到車上 gateway。 本案：在本頁對應到「目前 V5 → Future Remote」這段資訊流。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車內路徑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定義：App 到 AMB82 到 X3/RP2040。 本案：在本頁對應到「目前 V5 → Future Remote」這段資訊流。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069 / 83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Ping 只證明 IP 可達，不證明服務可用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ping 成功與 RTSP 成功是兩件事。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ping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ICMP 有回應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不同層測試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Port 554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現象：ping 成功與 RTSP 成功是兩件事。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判讀：本頁只切開「ping IP → Port 554」這一段，不把後面所有問題混在一起。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處理：UDP 8765 不能用 TCP Test-NetConnection 判斷是否開著。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ICMP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定義：ping 使用的網路診斷協定。 本案：在本頁對應到「ping IP → Port 554」這段資訊流。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port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定義：測某個服務入口是否能連。 本案：在本案用來確認 554 或 8765 服務是否可連。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070 / 83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COM port 是電腦到板子的本地通道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COM port 問題和 Wi-Fi 不是同一件事。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USB 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本機連線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本地序列通道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COM 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Thonny / Monitor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現象：COM port 問題和 Wi-Fi 不是同一件事。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判讀：本頁只切開「USB Cable → COM Port」這一段，不把後面所有問題混在一起。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處理：PermissionError 通常代表 port 被別的程式佔住。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COM 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定義：Windows 給序列裝置的編號。 本案：在本案是 Windows 連 X3/RP2040 或 AMB82 monitor 的本地序列入口。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PermissionError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定義：程式沒有權限或裝置被占用。 本案：在本頁對應到「USB Cable → COM Port」這段資訊流。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071 / 83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的 boot.py 決定拔線後會不會自動跑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Thonny 可動，不代表獨立供電可動。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boot.py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開機執行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自動載入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車控程式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現象：接 Thonny 時車能動，拔線後不穩或不動，表示 X3/RP2040 開機自動執行需要另外確認。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判讀：本頁只切開「boot.py → main.py」這一段，不把後面所有問題混在一起。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os.listdir() 確認 boot.py/main.py 在 X3/RP2040 內，再測獨立供電開機。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定義：MicroPython 預設主程式檔名。 本案：在本案是 X3/RP2040 車控程式的主要檔案。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soft reboot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定義：MicroPython 重新啟動。 本案：在本頁對應到「boot.py → main.py」這段資訊流。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072 / 83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Camera.getImage 能區分軟體與硬體問題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RTSP 黑畫面時，先問 camera 有沒有 frame。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Camera.getImage()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呼叫抓圖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隔離 camera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非零或卡住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現象：RTSP 黑畫面後，用 snapshot/getImage 直接測 camera，確認問題是否在影像來源。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判讀：本頁只切開「Camera.getImage() → Image len」這一段，不把後面所有問題混在一起。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處理：觀察是否印出非零 Image len；若卡住，就把懷疑範圍縮到 camera/硬體。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隔離測試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定義：拿掉其他因素，只測一段。 本案：在本頁對應到「Camera.getImage() → Image len」這段資訊流。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hardware suspect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定義：懷疑硬體或接線。 本案：在本頁對應到「Camera.getImage() → Image len」這段資訊流。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073 / 83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四台車的結果其實是可靠度資料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不是每台板子都能假設狀態一樣。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1-2 號車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分組判斷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3-4 號車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送修/硬體疑慮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現象：不是每台板子都能假設狀態一樣。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判讀：本頁只切開「1-2 號車 → 3-4 號車」這一段，不把後面所有問題混在一起。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處理：課堂上可以把這當成工程排查的真實案例。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可靠度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定義：多台設備是否能穩定重現結果。 本案：在本頁對應到「1-2 號車 → 3-4 號車」這段資訊流。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最小化測試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定義：移除不必要功能後再測。 本案：在本頁對應到「1-2 號車 → 3-4 號車」這段資訊流。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074 / 83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V1-V5 的主線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每一版都在回答一個新的資訊流問題。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1865376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命令能到馬達嗎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1755648"/>
            <a:ext cx="1865376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影像能到播放器嗎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755648"/>
            <a:ext cx="1865376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控制影像能分開嗎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拆分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1755648"/>
            <a:ext cx="1865376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延遲能降低嗎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低延遲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755648"/>
            <a:ext cx="1865376" cy="9601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能跨校園嗎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現象：每一版都在回答一個新的資訊流問題。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判讀：本頁只切開「V1 → V2 → V3 → V4 → V5」這一段，不把後面所有問題混在一起。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處理：V5 把同一台小車推向跨網段與遠端控制。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版本演進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定義：每一版解決上一版暴露的新問題。 本案：在本頁對應到「V1 → V2 → V3 → V4 → V5」這段資訊流。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資訊流思維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定義：用資料路徑切開問題。 本案：在本頁對應到「V1 → V2 → V3 → V4 → V5」這段資訊流。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075 / 83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實戰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從 App log 看到第一段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Sent 代表 App 已經把指令丟出去，不代表車一定會動。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16:09:11 Sent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8765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送到 AMB82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驗證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看 AMB82 monitor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現象：Sent 代表 App 已經把指令丟出去，不代表車一定會動。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判讀：本頁只切開「Flutter App → UDP 8765 → 下一步」這一段，不把後面所有問題混在一起。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處理：這時先查 IP、Wi-Fi、UDP port，不要先拆馬達。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定義：程式執行時留下的文字紀錄。 本案：在本案用來確認資訊流走到哪一段。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UDP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定義：適合小型控制指令，但不保證每包都到。 本案：在本案用來送 FORWARD/STOP，資料小、反應快，但要靠 heartbeat/failsafe 補安全。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076 / 83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實戰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從 AMB82 monitor 看到第二段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X3: FORWARD 代表 AMB82 已經收到 UDP，並準備轉給 X3/RP2040。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X3: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轉文字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onsolas"/>
              </a:rPr>
              <a:t>FORWARD\n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確認收到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Received: FORWARD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現象：X3: FORWARD 代表 AMB82 已經收到 UDP，並準備轉給 X3/RP2040。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判讀：本頁只切開「AMB82 monitor → UART → X3/RP2040 shell」這一段，不把後面所有問題混在一起。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處理：這一頁把網路問題與板子之間的文字傳輸問題分開。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定義：兩塊板子之間用 TX/RX 傳文字。 本案：在本案是 AMB82 到 X3/RP2040 的車內文字命令線，例如 FORWARD\n。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REPL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定義：Thonny 看到 X3/RP2040 回應的互動介面。 本案：在本案是 Thonny 與 X3/RP2040 互動測試的命令列。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077 / 83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實戰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有收到，但車不動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這時資訊流已經到 X3/RP2040，下一段要查馬達與供電。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Received: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輸出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腳位輸出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驅動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Motor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輪子不動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現象：這時資訊流已經到 X3/RP2040，下一段要查馬達與供電。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判讀：本頁只切開「X3/RP2040 shell → GPIO → Motor Driver」這一段，不把後面所有問題混在一起。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處理：這能避免把所有問題都誤判成 Wi-Fi 或 App 問題。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定義：X3/RP2040 控制馬達板的腳位輸出。 本案：在本案是 X3/RP2040 最後控制馬達驅動板的腳位輸出。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供電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定義：馬達負載需要穩定電源，不能只看 USB 有沒有亮。 本案：在本案影響 Wi-Fi、AMB82 與馬達穩定度。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078 / 83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實戰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RTSP 黑畫面要看哪一段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REQUEST_PLAY 代表播放器要求開始播，但不代表已經有 frame。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VLC / 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REQUEST_PLAY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開始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rtp started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檢查 frame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frame counter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sf:0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現象：REQUEST_PLAY 代表播放器要求開始播，但不代表已經有 frame。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判讀：本頁只切開「VLC / player → RTSP server → frame counter」這一段，不把後面所有問題混在一起。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處理：這時要查 camera pipeline，而不是只查 VLC。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定義：播放器控制影像串流的協定。 本案：在本案是播放器向 AMB82 要求開始看影像的控制流程。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定義：影像裡的一張畫面。 本案：在本案是 camera 產生的一張畫面；沒有 frame，播放器只會黑畫面。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079 / 83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實戰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Camera.getImage 是影像源頭測試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Image len 非零，代表相機真的有抓到 JPEG 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Camera.getImage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Calling...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取得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JPEG buffer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Image len=13624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證明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判斷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camera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現象：RTSP 黑畫面後，用 snapshot/getImage 直接測 camera，確認問題是否在影像來源。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判讀：本頁只切開「Camera.getImage → JPEG buffer → 判斷」這一段，不把後面所有問題混在一起。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處理：觀察是否印出非零 Image len；若卡住，就把懷疑範圍縮到 camera/硬體。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JPEG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定義：單張壓縮圖片格式。 本案：在本案用 snapshot 測試 camera 是否能產生單張圖片。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定義：圖片資料長度，非零通常代表有成功取圖。 本案：在本案若為非零，代表 getImage 抓到有效影像資料。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080 / 83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 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V4A 與 V4B 為什麼同時存在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一個版本追求能穩定跑，一個版本追求低延遲。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穩定 / lag 較明顯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取捨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先能跑，再變快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優化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低延遲 / 負載較敏感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判讀：本頁只切開「V4A → 取捨 → V4B」這一段，不把後面所有問題混在一起。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定義：按下按鈕到看到結果之間的等待時間。 本案：在本案指車子已經動了，但畫面幾秒後才反映出來。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bitrate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定義：影像每秒傳輸的資料量。 本案：在本案代表 RTSP 每秒資料量，太高會增加 Wi-Fi 與播放器壓力。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081 / 83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故障總表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用 log 判斷問題在哪一段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不要一次猜整台車壞掉，先找資訊流斷在哪裡。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App 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AMB82 沒 X3/RP2040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查 IP/UDP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 X3/RP2040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X3/RP2040 沒 Received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查 UART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輪子不動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查馬達/電源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 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sf:0 / 黑畫面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現象：不要一次猜整台車壞掉，先找資訊流斷在哪裡。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判讀：本頁只切開「App Sent → AMB82 X3/RP2040 → X3/RP2040 Received → RTSP PLAY」這一段，不把後面所有問題混在一起。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處理：X3/RP2040 有 Received 但車不動：查 GPIO、馬達板、電源與接線。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斷點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定義：資訊流停止的位置。 本案：在本案代表資訊流停止的位置。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故障排除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定義：用證據逐段縮小問題範圍。 本案：在本案是用 log 逐段縮小問題範圍。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082 / 83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實作檢查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上課現場可以照這個順序測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每一步只確認一件事，才不會越修越亂。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1. 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確認 IP 可達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網路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2. UDP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Connect UDP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3. UART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看 X3: / Received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4. RTSP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Start Embedded / VLC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0480"/>
            <a:ext cx="5742432" cy="22494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50208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43400"/>
            <a:ext cx="53492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現象：每一步只確認一件事，才不會越修越亂。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判讀：本頁只切開「1. ping → 2. UDP → 3. UART → 4.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0F172A"/>
                </a:solidFill>
                <a:latin typeface="Microsoft JhengHei"/>
              </a:rPr>
              <a:t>• 處理：最後再開 RTSP 影像，避免控制問題與影像問題混在一起。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40480"/>
            <a:ext cx="5074920" cy="22494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407408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389120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定義：測試某個 IP 是否可到達。 本案：在本案先確認電腦是否看得到 AMB82。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13258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20" b="1">
                <a:solidFill>
                  <a:srgbClr val="0F172A"/>
                </a:solidFill>
                <a:latin typeface="Microsoft JhengHei"/>
              </a:rPr>
              <a:t>port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193792"/>
            <a:ext cx="3273552" cy="6949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定義：測試某個服務入口是否可連。 本案：在本案用來確認 554 或 8765 服務是否可連。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083 / 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/>
  <ns0:lastModifiedBy/>
  <ns0:revision>1</ns0:revision>
  <ns2:created xsi:type="dcterms:W3CDTF">2013-01-27T09:14:16Z</ns2:created>
  <ns2:modified xsi:type="dcterms:W3CDTF">2013-01-27T09:15:58Z</ns2:modified>
  <ns0:category/>
</ns0:coreProperties>
</file>